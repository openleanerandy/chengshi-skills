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16"/>
  </p:notesMasterIdLst>
  <p:handoutMasterIdLst>
    <p:handoutMasterId r:id="rId17"/>
  </p:handoutMasterIdLst>
  <p:sldIdLst>
    <p:sldId id="19352" r:id="rId2"/>
    <p:sldId id="19327" r:id="rId3"/>
    <p:sldId id="19218" r:id="rId4"/>
    <p:sldId id="19219" r:id="rId5"/>
    <p:sldId id="19389" r:id="rId6"/>
    <p:sldId id="19276" r:id="rId7"/>
    <p:sldId id="19357" r:id="rId8"/>
    <p:sldId id="19358" r:id="rId9"/>
    <p:sldId id="19333" r:id="rId10"/>
    <p:sldId id="19127" r:id="rId11"/>
    <p:sldId id="19128" r:id="rId12"/>
    <p:sldId id="19160" r:id="rId13"/>
    <p:sldId id="19380" r:id="rId14"/>
    <p:sldId id="19355" r:id="rId15"/>
  </p:sldIdLst>
  <p:sldSz cx="12192000" cy="6858000"/>
  <p:notesSz cx="6797675" cy="98742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itc" initials="c" lastIdx="1" clrIdx="0"/>
  <p:cmAuthor id="2069" name="yaoch" initials="y" lastIdx="0" clrIdx="2068"/>
  <p:cmAuthor id="1" name="秦 亚楠" initials="秦" lastIdx="1" clrIdx="0"/>
  <p:cmAuthor id="2070" name="86182" initials="8" lastIdx="0" clrIdx="2069"/>
  <p:cmAuthor id="2" name="王 文博" initials="王" lastIdx="5" clrIdx="2"/>
  <p:cmAuthor id="2071" name="葛然" initials="葛" lastIdx="0" clrIdx="2070"/>
  <p:cmAuthor id="3" name="杨 杨" initials="杨" lastIdx="1" clrIdx="2"/>
  <p:cmAuthor id="2072" name="CaoMi" initials="CM" lastIdx="0" clrIdx="2071"/>
  <p:cmAuthor id="4" name="James" initials="J" lastIdx="1" clrIdx="3"/>
  <p:cmAuthor id="2073" name="徐月 刘" initials="徐月" lastIdx="0" clrIdx="2072"/>
  <p:cmAuthor id="5" name="zte" initials="z" lastIdx="2" clrIdx="0"/>
  <p:cmAuthor id="2074" name="jiaxw9" initials="j" lastIdx="0" clrIdx="2073"/>
  <p:cmAuthor id="6" name="10181563" initials="ll" lastIdx="5" clrIdx="5"/>
  <p:cmAuthor id="2075" name="孙霞" initials="孙" lastIdx="0" clrIdx="2074"/>
  <p:cmAuthor id="7" name="00196605" initials="0" lastIdx="2" clrIdx="0"/>
  <p:cmAuthor id="2076" name="wangweizhi941015@163.com" initials="w" lastIdx="0" clrIdx="2075"/>
  <p:cmAuthor id="213210457" name="SuYan" initials="S" lastIdx="2" clrIdx="812"/>
  <p:cmAuthor id="8" name="00006891" initials="0" lastIdx="15" clrIdx="8"/>
  <p:cmAuthor id="2077" name="chenz" initials="c" lastIdx="0" clrIdx="2076"/>
  <p:cmAuthor id="9" name="熊先奎10009191" initials="熊先奎10009191" lastIdx="1" clrIdx="9"/>
  <p:cmAuthor id="2078" name="zhoum" initials="z" lastIdx="0" clrIdx="2077"/>
  <p:cmAuthor id="10" name="作者" initials="A" lastIdx="0" clrIdx="9"/>
  <p:cmAuthor id="2079" name="陈必荣" initials="陈" lastIdx="0" clrIdx="2078"/>
  <p:cmAuthor id="11" name="Jie Miao(联通集团智能网络中心)" initials="JM" lastIdx="1" clrIdx="10"/>
  <p:cmAuthor id="2080" name="goodbobo" initials="g" lastIdx="0" clrIdx="2079"/>
  <p:cmAuthor id="12" name="zhouwd" initials="1" lastIdx="1" clrIdx="11"/>
  <p:cmAuthor id="2081" name="nyks" initials="n" lastIdx="0" clrIdx="2080"/>
  <p:cmAuthor id="13" name="马云飞10014438" initials="马" lastIdx="4" clrIdx="0"/>
  <p:cmAuthor id="2082" name="陈阳" initials="I" lastIdx="0" clrIdx="2081"/>
  <p:cmAuthor id="14" name="John" initials="J" lastIdx="36" clrIdx="13"/>
  <p:cmAuthor id="2083" name="单 善" initials="单" lastIdx="0" clrIdx="2082"/>
  <p:cmAuthor id="15" name="10025093" initials="1" lastIdx="51" clrIdx="14"/>
  <p:cmAuthor id="2084" name="三无产品手工作坊" initials="三" lastIdx="0" clrIdx="2083"/>
  <p:cmAuthor id="16" name="10078380" initials="1" lastIdx="1" clrIdx="15"/>
  <p:cmAuthor id="2085" name="奇" initials="奇" lastIdx="0" clrIdx="2084"/>
  <p:cmAuthor id="17" name="00035181" initials="0" lastIdx="1" clrIdx="16"/>
  <p:cmAuthor id="2086" name="羽卉w" initials="羽" lastIdx="0" clrIdx="2085"/>
  <p:cmAuthor id="18" name="张燕" initials="MSOffice" lastIdx="1" clrIdx="17"/>
  <p:cmAuthor id="2087" name="00047934" initials="0" lastIdx="0" clrIdx="2086"/>
  <p:cmAuthor id="19" name="Saku Uchikawa" initials="S" lastIdx="11" clrIdx="0"/>
  <p:cmAuthor id="2088" name="huliujun-LN" initials="h" lastIdx="0" clrIdx="2087"/>
  <p:cmAuthor id="20" name="00065088" initials="0" lastIdx="2" clrIdx="19"/>
  <p:cmAuthor id="2089" name="傅文琦" initials="傅" lastIdx="0" clrIdx="2088"/>
  <p:cmAuthor id="21" name="10066351" initials="1" lastIdx="2" clrIdx="0"/>
  <p:cmAuthor id="2090" name="sylvi" initials="s" lastIdx="0" clrIdx="2089"/>
  <p:cmAuthor id="22" name="蔡建楠" initials="caijianna" lastIdx="15" clrIdx="17"/>
  <p:cmAuthor id="2091" name="贾瑞" initials="贾" lastIdx="0" clrIdx="2090"/>
  <p:cmAuthor id="23" name="赵诚荣10027092" initials="赵" lastIdx="2" clrIdx="25"/>
  <p:cmAuthor id="2092" name="刘向晴" initials="刘" lastIdx="0" clrIdx="2091"/>
  <p:cmAuthor id="24" name="李蕾00009994" initials="李" lastIdx="6" clrIdx="17"/>
  <p:cmAuthor id="2093" name="朱 江波" initials="朱" lastIdx="0" clrIdx="2092"/>
  <p:cmAuthor id="25" name="wyz" initials="w" lastIdx="1" clrIdx="24"/>
  <p:cmAuthor id="2094" name="00242950" initials="0" lastIdx="0" clrIdx="2093"/>
  <p:cmAuthor id="26" name="10270945" initials="1" lastIdx="2" clrIdx="25"/>
  <p:cmAuthor id="2095" name="10033218" initials="1" lastIdx="0" clrIdx="2094"/>
  <p:cmAuthor id="27" name="zrf" initials="zrf" lastIdx="3" clrIdx="26"/>
  <p:cmAuthor id="2096" name="peiwei5" initials="p" lastIdx="0" clrIdx="2095"/>
  <p:cmAuthor id="28" name="Hou Yingfeng" initials="H" lastIdx="10" clrIdx="23"/>
  <p:cmAuthor id="2097" name="wangt" initials="w" lastIdx="0" clrIdx="2096"/>
  <p:cmAuthor id="29" name="10090152" initials="1" lastIdx="2" clrIdx="28"/>
  <p:cmAuthor id="2098" name="hyman" initials="h" lastIdx="0" clrIdx="2097"/>
  <p:cmAuthor id="30" name="10056791" initials="ZTE" lastIdx="1" clrIdx="29"/>
  <p:cmAuthor id="2099" name="zhangzhongmin" initials="" lastIdx="0" clrIdx="2098"/>
  <p:cmAuthor id="31" name="Author" initials="A" lastIdx="0" clrIdx="30"/>
  <p:cmAuthor id="655490266" name="FIREWORKS" initials="F" lastIdx="1" clrIdx="283"/>
  <p:cmAuthor id="2100" name="zhanghao" initials="z" lastIdx="0" clrIdx="2099"/>
  <p:cmAuthor id="32" name="李楠10047711" initials="李楠10047711" lastIdx="2" clrIdx="31"/>
  <p:cmAuthor id="2101" name="小新" initials="小" lastIdx="0" clrIdx="2100"/>
  <p:cmAuthor id="33" name="610007" initials="6" lastIdx="0" clrIdx="32"/>
  <p:cmAuthor id="2102" name="Ellen" initials="E" lastIdx="0" clrIdx="2101"/>
  <p:cmAuthor id="34" name="Y Y" initials="YY" lastIdx="2" clrIdx="33"/>
  <p:cmAuthor id="2103" name="WPS_1559632127" initials="W" lastIdx="0" clrIdx="2102"/>
  <p:cmAuthor id="35" name="Administrator" initials="A" lastIdx="1" clrIdx="35"/>
  <p:cmAuthor id="2104" name="gaoy" initials="g" lastIdx="0" clrIdx="2103"/>
  <p:cmAuthor id="36" name="关全全10258021" initials="关全全10258021" lastIdx="1" clrIdx="36"/>
  <p:cmAuthor id="2105" name="史文祥" initials="史" lastIdx="0" clrIdx="2104"/>
  <p:cmAuthor id="37" name="黄珂10009187" initials="黄珂10009187" lastIdx="1" clrIdx="37"/>
  <p:cmAuthor id="2106" name="轩" initials="轩" lastIdx="0" clrIdx="2105"/>
  <p:cmAuthor id="38" name="赵欣" initials="zx" lastIdx="4" clrIdx="37"/>
  <p:cmAuthor id="2107" name="小马哥" initials="小" lastIdx="0" clrIdx="2106"/>
  <p:cmAuthor id="39" name="10206899" initials="1" lastIdx="1" clrIdx="38"/>
  <p:cmAuthor id="2108" name="LZY" initials="L" lastIdx="0" clrIdx="2107"/>
  <p:cmAuthor id="40" name="10133177" initials="1" lastIdx="1" clrIdx="39"/>
  <p:cmAuthor id="2109" name="张先森" initials="张" lastIdx="0" clrIdx="2108"/>
  <p:cmAuthor id="41" name="10072453" initials="1" lastIdx="1" clrIdx="40"/>
  <p:cmAuthor id="2110" name="WPS_1625045120" initials="W" lastIdx="0" clrIdx="2109"/>
  <p:cmAuthor id="42" name="10194379" initials="1" lastIdx="1" clrIdx="41"/>
  <p:cmAuthor id="2111" name="刘鹏辉" initials="刘" lastIdx="0" clrIdx="2110"/>
  <p:cmAuthor id="43" name="10288204" initials="1" lastIdx="4" clrIdx="42"/>
  <p:cmAuthor id="2112" name="Gary Lou" initials="GL" lastIdx="0" clrIdx="2111"/>
  <p:cmAuthor id="44" name="10029265@zte.intra" initials="1" lastIdx="42" clrIdx="43"/>
  <p:cmAuthor id="2113" name="王羽佳" initials="王" lastIdx="0" clrIdx="2112"/>
  <p:cmAuthor id="45" name="10157624" initials="1" lastIdx="1" clrIdx="44"/>
  <p:cmAuthor id="2114" name="tigerZ" initials="t" lastIdx="0" clrIdx="2113"/>
  <p:cmAuthor id="46" name="未知的使用者79" initials="" lastIdx="0" clrIdx="1"/>
  <p:cmAuthor id="2115" name="挚爱一生♥祺" initials="挚" lastIdx="0" clrIdx="2114"/>
  <p:cmAuthor id="47" name="未知用户107" initials="" lastIdx="1" clrIdx="0"/>
  <p:cmAuthor id="2116" name="Ruby" initials="R" lastIdx="0" clrIdx="2115"/>
  <p:cmAuthor id="48" name="未知的使用者80" initials="" lastIdx="0" clrIdx="0"/>
  <p:cmAuthor id="2117" name="海阔、天空" initials="海" lastIdx="0" clrIdx="2116"/>
  <p:cmAuthor id="49" name="wyao8" initials="w" lastIdx="1" clrIdx="48"/>
  <p:cmAuthor id="2118" name="曹清平" initials="曹" lastIdx="0" clrIdx="2117"/>
  <p:cmAuthor id="50" name="未知的使用者82" initials="" lastIdx="1" clrIdx="0"/>
  <p:cmAuthor id="2119" name="那羽" initials="那" lastIdx="0" clrIdx="2118"/>
  <p:cmAuthor id="51" name="yyx" initials="y" lastIdx="1" clrIdx="50"/>
  <p:cmAuthor id="2120" name="隽隽是jun" initials="隽" lastIdx="0" clrIdx="2119"/>
  <p:cmAuthor id="52" name="lantj" initials="l" lastIdx="1" clrIdx="51"/>
  <p:cmAuthor id="2121" name="李广鹏" initials="李" lastIdx="0" clrIdx="2120"/>
  <p:cmAuthor id="454880047" name="范晓波" initials="范" lastIdx="1" clrIdx="832"/>
  <p:cmAuthor id="53" name="未知的使用者118" initials="" lastIdx="1" clrIdx="0"/>
  <p:cmAuthor id="2122" name="zoe" initials="z" lastIdx="0" clrIdx="2121"/>
  <p:cmAuthor id="54" name="未知的使用者84" initials="" lastIdx="1" clrIdx="1"/>
  <p:cmAuthor id="2123" name="XPH" initials="X" lastIdx="0" clrIdx="2122"/>
  <p:cmAuthor id="55" name="未知的使用者70" initials="" lastIdx="1" clrIdx="0"/>
  <p:cmAuthor id="2124" name="文斌 李" initials="文李" lastIdx="0" clrIdx="2123"/>
  <p:cmAuthor id="56" name="未知的使用者85" initials="" lastIdx="1" clrIdx="0"/>
  <p:cmAuthor id="2125" name="王戎煜" initials="王" lastIdx="0" clrIdx="2124"/>
  <p:cmAuthor id="57" name="未知的使用者40" initials="" lastIdx="1" clrIdx="0"/>
  <p:cmAuthor id="2126" name="挽枫" initials="挽" lastIdx="0" clrIdx="2125"/>
  <p:cmAuthor id="58" name="未知的使用者87" initials="" lastIdx="1" clrIdx="0"/>
  <p:cmAuthor id="2127" name="李强" initials="A" lastIdx="0" clrIdx="2126"/>
  <p:cmAuthor id="59" name="曾红" initials="" lastIdx="0" clrIdx="0"/>
  <p:cmAuthor id="2128" name="MARK" initials="M" lastIdx="0" clrIdx="2127"/>
  <p:cmAuthor id="60" name="未知的使用者90" initials="" lastIdx="8" clrIdx="0"/>
  <p:cmAuthor id="2129" name="WPS_1559626023" initials="W" lastIdx="0" clrIdx="2128"/>
  <p:cmAuthor id="61" name="未知的使用者29" initials="" lastIdx="1" clrIdx="0"/>
  <p:cmAuthor id="2130" name="艾文卓" initials="艾" lastIdx="0" clrIdx="2129"/>
  <p:cmAuthor id="62" name="未知的使用者91" initials="" lastIdx="1" clrIdx="0"/>
  <p:cmAuthor id="2131" name="Suainn" initials="S" lastIdx="0" clrIdx="2130"/>
  <p:cmAuthor id="63" name="王番" initials="王" lastIdx="1" clrIdx="62"/>
  <p:cmAuthor id="2132" name="Yeh" initials="Y" lastIdx="0" clrIdx="2131"/>
  <p:cmAuthor id="64" name="CHRISYU" initials="" lastIdx="1" clrIdx="0"/>
  <p:cmAuthor id="2133" name="于萌" initials="于" lastIdx="0" clrIdx="2132"/>
  <p:cmAuthor id="65" name="未知的使用者113" initials="" lastIdx="1" clrIdx="2"/>
  <p:cmAuthor id="2134" name="周莉" initials="周" lastIdx="0" clrIdx="2133"/>
  <p:cmAuthor id="66" name="liucunri" initials="" lastIdx="1" clrIdx="0"/>
  <p:cmAuthor id="2135" name="土豆逗逗逗～" initials="土" lastIdx="0" clrIdx="2134"/>
  <p:cmAuthor id="67" name="未知用户9" initials="" lastIdx="1" clrIdx="0"/>
  <p:cmAuthor id="2136" name="华诞" initials="华" lastIdx="0" clrIdx="2135"/>
  <p:cmAuthor id="68" name="Unknown User48" initials="" lastIdx="8" clrIdx="0"/>
  <p:cmAuthor id="2137" name="A.L_L李峻" initials="A" lastIdx="0" clrIdx="2136"/>
  <p:cmAuthor id="69" name="未知用户103" initials="" lastIdx="1" clrIdx="0"/>
  <p:cmAuthor id="2138" name="Iccc" initials="I" lastIdx="0" clrIdx="2137"/>
  <p:cmAuthor id="70" name="Unknown User52" initials="" lastIdx="1" clrIdx="0"/>
  <p:cmAuthor id="2139" name="maomao" initials="m" lastIdx="0" clrIdx="2138"/>
  <p:cmAuthor id="71" name="未知的使用者42" initials="" lastIdx="1" clrIdx="0"/>
  <p:cmAuthor id="2140" name="朱年明" initials="朱" lastIdx="0" clrIdx="2139"/>
  <p:cmAuthor id="72" name="Unknown User50" initials="" lastIdx="1" clrIdx="0"/>
  <p:cmAuthor id="2141" name="Dora" initials="D" lastIdx="0" clrIdx="2140"/>
  <p:cmAuthor id="73" name="未知的使用者120" initials="" lastIdx="1" clrIdx="0"/>
  <p:cmAuthor id="2142" name="冀隆" initials="冀" lastIdx="0" clrIdx="2141"/>
  <p:cmAuthor id="74" name="px" initials="" lastIdx="3" clrIdx="1"/>
  <p:cmAuthor id="2143" name="朱yll" initials="朱" lastIdx="0" clrIdx="2142"/>
  <p:cmAuthor id="75" name="Sky123.Org" initials="" lastIdx="1" clrIdx="0"/>
  <p:cmAuthor id="2144" name="微信用户" initials="微" lastIdx="0" clrIdx="2143"/>
  <p:cmAuthor id="76" name="黄译萱(联通上海市上海市分公司)" initials="MSOffice" lastIdx="3" clrIdx="25"/>
  <p:cmAuthor id="2145" name="陈曼婷" initials="陈" lastIdx="0" clrIdx="2144"/>
  <p:cmAuthor id="77" name="邵丹(联通上海市上海市分公司)" initials="邵丹(联通上海市上海市分公司)" lastIdx="1" clrIdx="26"/>
  <p:cmAuthor id="2146" name="BOM" initials="B" lastIdx="0" clrIdx="2145"/>
  <p:cmAuthor id="78" name="Lina Hang(联通上海市上海市分公司)" initials="LH" lastIdx="2" clrIdx="27"/>
  <p:cmAuthor id="2147" name="张娟" initials="张" lastIdx="0" clrIdx="2146"/>
  <p:cmAuthor id="79" name="admin" initials="a" lastIdx="1" clrIdx="28"/>
  <p:cmAuthor id="2148" name="@_@" initials="@" lastIdx="0" clrIdx="2147"/>
  <p:cmAuthor id="80" name="未知的使用者73" initials="" lastIdx="1" clrIdx="0"/>
  <p:cmAuthor id="2149" name="CU-ThinkPad L13" initials="C" lastIdx="0" clrIdx="2148"/>
  <p:cmAuthor id="81" name="未知的使用者24" initials="" lastIdx="8" clrIdx="0"/>
  <p:cmAuthor id="2150" name="AA" initials="A" lastIdx="0" clrIdx="2149"/>
  <p:cmAuthor id="82" name="未知用户16" initials="" lastIdx="1" clrIdx="0"/>
  <p:cmAuthor id="2151" name="ivy" initials="i" lastIdx="0" clrIdx="2150"/>
  <p:cmAuthor id="83" name="Mary Feil-Jacobs" initials="" lastIdx="43" clrIdx="1"/>
  <p:cmAuthor id="2152" name="叶俊杰" initials="叶" lastIdx="0" clrIdx="2151"/>
  <p:cmAuthor id="84" name="LiuHui" initials="" lastIdx="1" clrIdx="0"/>
  <p:cmAuthor id="2153" name="aoron" initials="a" lastIdx="0" clrIdx="2152"/>
  <p:cmAuthor id="85" name="未知的使用者45" initials="" lastIdx="1" clrIdx="0"/>
  <p:cmAuthor id="2154" name="zr zhang" initials="zz" lastIdx="0" clrIdx="2153"/>
  <p:cmAuthor id="86" name="王鹏凯" initials="" lastIdx="1" clrIdx="0"/>
  <p:cmAuthor id="2155" name="竖竖横横点点" initials="竖" lastIdx="0" clrIdx="2154"/>
  <p:cmAuthor id="87" name="未知用户104" initials="" lastIdx="1" clrIdx="0"/>
  <p:cmAuthor id="2156" name="wenqiang (I)" initials="w(" lastIdx="0" clrIdx="2155"/>
  <p:cmAuthor id="88" name="未知用户5" initials="" lastIdx="1" clrIdx="0"/>
  <p:cmAuthor id="2157" name="Wei Yang" initials="WY" lastIdx="0" clrIdx="2156"/>
  <p:cmAuthor id="89" name="未知的使用者10" initials="" lastIdx="3" clrIdx="1"/>
  <p:cmAuthor id="2158" name="Mia Vida Villanueva" initials="MVV" lastIdx="0" clrIdx="2157"/>
  <p:cmAuthor id="90" name="未知的使用者93" initials="" lastIdx="1" clrIdx="1"/>
  <p:cmAuthor id="2159" name="1206988966@qq.com" initials="1" lastIdx="0" clrIdx="2158"/>
  <p:cmAuthor id="91" name="范作霖" initials="范" lastIdx="1" clrIdx="22"/>
  <p:cmAuthor id="2160" name="姜伟光" initials="姜" lastIdx="0" clrIdx="2159"/>
  <p:cmAuthor id="92" name="LeeElva" initials="" lastIdx="1" clrIdx="0"/>
  <p:cmAuthor id="2161" name="刘 阳" initials="刘" lastIdx="0" clrIdx="2160"/>
  <p:cmAuthor id="93" name="未知用户99" initials="" lastIdx="1" clrIdx="2"/>
  <p:cmAuthor id="1473508789" name="杨哈哈" initials="杨" lastIdx="2" clrIdx="809"/>
  <p:cmAuthor id="2162" name="未知用户232" initials="未" lastIdx="0" clrIdx="2161"/>
  <p:cmAuthor id="94" name="未知的使用者34" initials="" lastIdx="1" clrIdx="0"/>
  <p:cmAuthor id="1473508790" name="磊 陈" initials="磊陈" lastIdx="1" clrIdx="977340791"/>
  <p:cmAuthor id="2163" name="Bi Daniel" initials="BD" lastIdx="0" clrIdx="2162"/>
  <p:cmAuthor id="95" name="未知的使用者115" initials="" lastIdx="1" clrIdx="1"/>
  <p:cmAuthor id="1473508791" name="Renoir" initials="R" lastIdx="2" clrIdx="1473508790"/>
  <p:cmAuthor id="2164" name="张旭" initials="张" lastIdx="0" clrIdx="2163"/>
  <p:cmAuthor id="96" name="未知用户57" initials="" lastIdx="1" clrIdx="0"/>
  <p:cmAuthor id="1473508792" name="zhuhong" initials="z" lastIdx="1" clrIdx="1473508791"/>
  <p:cmAuthor id="2165" name="Shang Pan" initials="SP" lastIdx="0" clrIdx="2164"/>
  <p:cmAuthor id="97" name="lianghb" initials="" lastIdx="19" clrIdx="0"/>
  <p:cmAuthor id="2166" name="lp" initials="l" lastIdx="0" clrIdx="2165"/>
  <p:cmAuthor id="98" name="未知用户17" initials="" lastIdx="0" clrIdx="1"/>
  <p:cmAuthor id="2167" name="zhangxinran" initials="z" lastIdx="0" clrIdx="2166"/>
  <p:cmAuthor id="99" name="Deanna Schuler (Bookey Consulting)" initials="" lastIdx="2" clrIdx="0"/>
  <p:cmAuthor id="2168" name="qinghuaran" initials="q" lastIdx="0" clrIdx="2167"/>
  <p:cmAuthor id="100" name="未知的使用者57" initials="" lastIdx="1" clrIdx="0"/>
  <p:cmAuthor id="2169" name="未知用户416" initials="未" lastIdx="0" clrIdx="2168"/>
  <p:cmAuthor id="101" name="未知的使用者16" initials="" lastIdx="6" clrIdx="0"/>
  <p:cmAuthor id="2170" name="尚舵" initials="尚" lastIdx="0" clrIdx="2169"/>
  <p:cmAuthor id="102" name="未知的使用者35" initials="" lastIdx="1" clrIdx="0"/>
  <p:cmAuthor id="2171" name="董超" initials="董" lastIdx="0" clrIdx="2170"/>
  <p:cmAuthor id="103" name="未知用户102" initials="" lastIdx="1" clrIdx="1"/>
  <p:cmAuthor id="2172" name="Wangsisheng" initials="W" lastIdx="0" clrIdx="2171"/>
  <p:cmAuthor id="104" name="maxine" initials="" lastIdx="0" clrIdx="0"/>
  <p:cmAuthor id="2173" name="未知用户412" initials="未" lastIdx="0" clrIdx="2172"/>
  <p:cmAuthor id="105" name="未知的使用者121" initials="" lastIdx="1" clrIdx="1"/>
  <p:cmAuthor id="2174" name="李能文" initials="李能文" lastIdx="0" clrIdx="2173"/>
  <p:cmAuthor id="106" name="未知的使用者12" initials="" lastIdx="1" clrIdx="0"/>
  <p:cmAuthor id="2175" name="未知用户414" initials="未" lastIdx="0" clrIdx="2174"/>
  <p:cmAuthor id="107" name="周元元" initials="" lastIdx="5" clrIdx="0"/>
  <p:cmAuthor id="2176" name="SF" initials="S" lastIdx="0" clrIdx="2175"/>
  <p:cmAuthor id="108" name="未知的使用者27" initials="" lastIdx="8" clrIdx="0"/>
  <p:cmAuthor id="2177" name="10092001" initials="1" lastIdx="0" clrIdx="2176"/>
  <p:cmAuthor id="109" name="刘豹" initials="刘" lastIdx="0" clrIdx="0"/>
  <p:cmAuthor id="2178" name="zhangmh@httz.cc" initials="z" lastIdx="0" clrIdx="2177"/>
  <p:cmAuthor id="110" name="未知的使用者30" initials="" lastIdx="8" clrIdx="0"/>
  <p:cmAuthor id="2179" name="wang" initials="wang" lastIdx="0" clrIdx="2178"/>
  <p:cmAuthor id="111" name="未知的使用者53" initials="" lastIdx="1" clrIdx="0"/>
  <p:cmAuthor id="2180" name="未知用户370" initials="未" lastIdx="0" clrIdx="2179"/>
  <p:cmAuthor id="112" name="未知用户58" initials="" lastIdx="5" clrIdx="1"/>
  <p:cmAuthor id="2181" name="muchunbo" initials="m" lastIdx="0" clrIdx="2180"/>
  <p:cmAuthor id="113" name="未知的使用者25" initials="" lastIdx="1" clrIdx="0"/>
  <p:cmAuthor id="2182" name="未知用户286" initials="未" lastIdx="0" clrIdx="2181"/>
  <p:cmAuthor id="114" name="liupeng" initials="" lastIdx="1" clrIdx="1"/>
  <p:cmAuthor id="2183" name="任军" initials="renj" lastIdx="0" clrIdx="2182"/>
  <p:cmAuthor id="115" name="未知用户24" initials="" lastIdx="1" clrIdx="0"/>
  <p:cmAuthor id="2184" name="caict" initials="c" lastIdx="0" clrIdx="2183"/>
  <p:cmAuthor id="116" name="AbuSina" initials="" lastIdx="2" clrIdx="0"/>
  <p:cmAuthor id="2185" name="HE JIE" initials="" lastIdx="0" clrIdx="2184"/>
  <p:cmAuthor id="117" name="hl sun" initials="" lastIdx="1" clrIdx="0"/>
  <p:cmAuthor id="2186" name="10209970" initials="1" lastIdx="0" clrIdx="2185"/>
  <p:cmAuthor id="118" name="未知的使用者94" initials="" lastIdx="1" clrIdx="2"/>
  <p:cmAuthor id="2187" name="未知用户352" initials="未" lastIdx="0" clrIdx="2186"/>
  <p:cmAuthor id="119" name="未知用户66" initials="" lastIdx="1" clrIdx="0"/>
  <p:cmAuthor id="2188" name="未知用户353" initials="未" lastIdx="0" clrIdx="2187"/>
  <p:cmAuthor id="120" name="郑汝鸿" initials="郑" lastIdx="2" clrIdx="0"/>
  <p:cmAuthor id="2189" name="未知用户355" initials="未" lastIdx="0" clrIdx="2188"/>
  <p:cmAuthor id="121" name="未知用户19" initials="" lastIdx="1" clrIdx="0"/>
  <p:cmAuthor id="2190" name="10319231" initials="1" lastIdx="0" clrIdx="2189"/>
  <p:cmAuthor id="122" name="周宏達JerryChou" initials="" lastIdx="6" clrIdx="2"/>
  <p:cmAuthor id="2191" name="未知用户482" initials="未" lastIdx="0" clrIdx="2190"/>
  <p:cmAuthor id="123" name="邢辰凤" initials="邢" lastIdx="45" clrIdx="7"/>
  <p:cmAuthor id="2192" name="未知用户483" initials="未" lastIdx="0" clrIdx="2191"/>
  <p:cmAuthor id="124" name="未知用户7" initials="" lastIdx="1" clrIdx="0"/>
  <p:cmAuthor id="2193" name="焱恺 彭" initials="焱" lastIdx="0" clrIdx="2192"/>
  <p:cmAuthor id="125" name="未知的使用者56" initials="" lastIdx="1" clrIdx="0"/>
  <p:cmAuthor id="2194" name="刘云飞" initials="刘" lastIdx="0" clrIdx="2193"/>
  <p:cmAuthor id="126" name="未知用户46" initials="未" lastIdx="1" clrIdx="1"/>
  <p:cmAuthor id="2195" name="xusha" initials="x" lastIdx="0" clrIdx="2194"/>
  <p:cmAuthor id="127" name="未知的使用者119" initials="" lastIdx="1" clrIdx="2"/>
  <p:cmAuthor id="2196" name="sxp" initials="s" lastIdx="0" clrIdx="2195"/>
  <p:cmAuthor id="128" name="未知用户59" initials="" lastIdx="0" clrIdx="1"/>
  <p:cmAuthor id="2197" name="mawei19" initials="m" lastIdx="0" clrIdx="2196"/>
  <p:cmAuthor id="129" name="未知的使用者22" initials="" lastIdx="8" clrIdx="0"/>
  <p:cmAuthor id="2198" name="Kate Sillitoe (HI)" initials="K" lastIdx="0" clrIdx="2197"/>
  <p:cmAuthor id="130" name="未知的使用者103" initials="" lastIdx="8" clrIdx="0"/>
  <p:cmAuthor id="2199" name="alen" initials="a" lastIdx="0" clrIdx="2198"/>
  <p:cmAuthor id="131" name="Wenwen" initials="" lastIdx="1" clrIdx="1"/>
  <p:cmAuthor id="2200" name="未知用户126" initials="未" lastIdx="0" clrIdx="2199"/>
  <p:cmAuthor id="132" name="未知的使用者117" initials="" lastIdx="1" clrIdx="0"/>
  <p:cmAuthor id="2201" name="东方_b3dea543bad08e97" initials="authorId_278826930" lastIdx="0" clrIdx="2200"/>
  <p:cmAuthor id="133" name="未知的使用者33" initials="" lastIdx="1" clrIdx="0"/>
  <p:cmAuthor id="2202" name="wangchao" initials="w" lastIdx="0" clrIdx="2201"/>
  <p:cmAuthor id="134" name="未知的使用者28" initials="" lastIdx="1" clrIdx="0"/>
  <p:cmAuthor id="2203" name="H JM" initials="HJ" lastIdx="0" clrIdx="2202"/>
  <p:cmAuthor id="135" name="未知用户67" initials="" lastIdx="1" clrIdx="0"/>
  <p:cmAuthor id="2204" name="USER" initials="U" lastIdx="0" clrIdx="2203"/>
  <p:cmAuthor id="136" name="未知用户114" initials="" lastIdx="1" clrIdx="0"/>
  <p:cmAuthor id="2205" name="cyklovevv" initials="c" lastIdx="0" clrIdx="2204"/>
  <p:cmAuthor id="137" name="未知用户18" initials="" lastIdx="10" clrIdx="0"/>
  <p:cmAuthor id="2206" name="小公孙衍" initials="小" lastIdx="0" clrIdx="2205"/>
  <p:cmAuthor id="138" name="未知的使用者67" initials="" lastIdx="1" clrIdx="0"/>
  <p:cmAuthor id="2207" name="Well Li" initials="W" lastIdx="0" clrIdx="2206"/>
  <p:cmAuthor id="139" name="未知的使用者46" initials="" lastIdx="1" clrIdx="1"/>
  <p:cmAuthor id="792137479" name="yan冰" initials="y" lastIdx="1" clrIdx="677"/>
  <p:cmAuthor id="2208" name="未知用户254" initials="未" lastIdx="0" clrIdx="2207"/>
  <p:cmAuthor id="140" name="未知的使用者26" initials="" lastIdx="1" clrIdx="0"/>
  <p:cmAuthor id="2209" name="未知用户307" initials="未" lastIdx="0" clrIdx="2208"/>
  <p:cmAuthor id="141" name="未知的使用者43" initials="" lastIdx="1" clrIdx="0"/>
  <p:cmAuthor id="2210" name="未知用户342" initials="未" lastIdx="0" clrIdx="2209"/>
  <p:cmAuthor id="142" name="未知的使用者9" initials="" lastIdx="1" clrIdx="0"/>
  <p:cmAuthor id="2211" name="未知用户420" initials="未" lastIdx="0" clrIdx="2210"/>
  <p:cmAuthor id="143" name="未知用户62" initials="" lastIdx="1" clrIdx="1"/>
  <p:cmAuthor id="2212" name="wenle369@sina.com" initials="w" lastIdx="0" clrIdx="2211"/>
  <p:cmAuthor id="144" name="yuanzh" initials="" lastIdx="1" clrIdx="1"/>
  <p:cmAuthor id="2213" name="王志琮" initials="themiss" lastIdx="0" clrIdx="2212"/>
  <p:cmAuthor id="145" name="不明使用者57" initials="" lastIdx="1" clrIdx="0"/>
  <p:cmAuthor id="2214" name="郭伟" initials="c" lastIdx="0" clrIdx="2213"/>
  <p:cmAuthor id="146" name="未知用户108" initials="" lastIdx="1" clrIdx="0"/>
  <p:cmAuthor id="2215" name="谭 远祥" initials="谭" lastIdx="0" clrIdx="2214"/>
  <p:cmAuthor id="147" name="未知的使用者110" initials="" lastIdx="1" clrIdx="0"/>
  <p:cmAuthor id="2216" name="Sissi L" initials="SL" lastIdx="0" clrIdx="2215"/>
  <p:cmAuthor id="148" name="linyd" initials="" lastIdx="3" clrIdx="1"/>
  <p:cmAuthor id="2217" name="张 洁丹" initials="张" lastIdx="0" clrIdx="2216"/>
  <p:cmAuthor id="149" name="未知用户8" initials="" lastIdx="1" clrIdx="0"/>
  <p:cmAuthor id="2218" name="许 伟杰" initials="许" lastIdx="0" clrIdx="2217"/>
  <p:cmAuthor id="150" name="未知的使用者31" initials="" lastIdx="1" clrIdx="0"/>
  <p:cmAuthor id="2219" name="李俊毅" initials="A" lastIdx="0" clrIdx="2218"/>
  <p:cmAuthor id="151" name="未知用户81" initials="" lastIdx="1" clrIdx="0"/>
  <p:cmAuthor id="2220" name="zwz" initials="z" lastIdx="0" clrIdx="2219"/>
  <p:cmAuthor id="152" name="未知用户115" initials="" lastIdx="1" clrIdx="0"/>
  <p:cmAuthor id="2221" name="刘鸿飞" initials="刘鸿飞" lastIdx="0" clrIdx="2220"/>
  <p:cmAuthor id="153" name="未知用户21" initials="" lastIdx="1" clrIdx="0"/>
  <p:cmAuthor id="2222" name="James Shihao Zhou" initials="J" lastIdx="0" clrIdx="2221"/>
  <p:cmAuthor id="154" name="未知的使用者68" initials="" lastIdx="1" clrIdx="0"/>
  <p:cmAuthor id="2223" name="Zach Zhongkai Ye" initials="Z" lastIdx="0" clrIdx="2222"/>
  <p:cmAuthor id="155" name="mm" initials="" lastIdx="1" clrIdx="0"/>
  <p:cmAuthor id="2224" name="Emily Lu Chen" initials="E" lastIdx="0" clrIdx="2223"/>
  <p:cmAuthor id="156" name="未知用户15" initials="" lastIdx="1" clrIdx="0"/>
  <p:cmAuthor id="2225" name="Lynette Zitong Li" initials="L" lastIdx="0" clrIdx="2224"/>
  <p:cmAuthor id="157" name="朱晓瑜" initials="" lastIdx="54" clrIdx="0"/>
  <p:cmAuthor id="2226" name="Chris Kun Yu Lin" initials="C" lastIdx="0" clrIdx="2225"/>
  <p:cmAuthor id="158" name="不明使用者20" initials="" lastIdx="1" clrIdx="0"/>
  <p:cmAuthor id="2227" name="欧 阳" initials="欧" lastIdx="0" clrIdx="2226"/>
  <p:cmAuthor id="159" name="未知用户82" initials="" lastIdx="1" clrIdx="0"/>
  <p:cmAuthor id="2228" name="张志海" initials="张" lastIdx="0" clrIdx="2227"/>
  <p:cmAuthor id="160" name="未知的使用者7" initials="" lastIdx="2" clrIdx="0"/>
  <p:cmAuthor id="2229" name="李洁瑾" initials="李" lastIdx="0" clrIdx="2228"/>
  <p:cmAuthor id="161" name="未知用户6" initials="" lastIdx="8" clrIdx="0"/>
  <p:cmAuthor id="2230" name="Peit Hu" initials="T" lastIdx="0" clrIdx="2229"/>
  <p:cmAuthor id="6654065" name="牛草源" initials="牛" lastIdx="1" clrIdx="991"/>
  <p:cmAuthor id="162" name="未知的使用者55" initials="" lastIdx="1" clrIdx="0"/>
  <p:cmAuthor id="2231" name="abstb" initials="a" lastIdx="0" clrIdx="2230"/>
  <p:cmAuthor id="163" name="未知的使用者111" initials="" lastIdx="1" clrIdx="0"/>
  <p:cmAuthor id="2232" name="T sam" initials="Ts" lastIdx="0" clrIdx="2231"/>
  <p:cmAuthor id="164" name="未知的使用者50" initials="" lastIdx="1" clrIdx="0"/>
  <p:cmAuthor id="2233" name="张劲" initials="张" lastIdx="0" clrIdx="2232"/>
  <p:cmAuthor id="165" name="未知的使用者11" initials="" lastIdx="1" clrIdx="0"/>
  <p:cmAuthor id="2234" name="李 满满" initials="李" lastIdx="0" clrIdx="2233"/>
  <p:cmAuthor id="166" name="未知用户47" initials="" lastIdx="6" clrIdx="0"/>
  <p:cmAuthor id="612717964" name="Yangbaogang" initials="Y" lastIdx="2" clrIdx="1"/>
  <p:cmAuthor id="2235" name="Carith" initials="C" lastIdx="0" clrIdx="2234"/>
  <p:cmAuthor id="167" name="未知用户106" initials="未" lastIdx="1" clrIdx="0"/>
  <p:cmAuthor id="2236" name="Ю恒┑之‰" initials="Ю" lastIdx="0" clrIdx="2235"/>
  <p:cmAuthor id="168" name="未知用户116" initials="" lastIdx="1" clrIdx="1"/>
  <p:cmAuthor id="2237" name="云栖松" initials="云" lastIdx="0" clrIdx="2236"/>
  <p:cmAuthor id="169" name="未知的使用者150" initials="未" lastIdx="1" clrIdx="0"/>
  <p:cmAuthor id="2238" name="紫琬" initials="紫" lastIdx="0" clrIdx="2237"/>
  <p:cmAuthor id="170" name="未知的使用者69" initials="" lastIdx="1" clrIdx="1"/>
  <p:cmAuthor id="2239" name="xujh" initials="x" lastIdx="0" clrIdx="2238"/>
  <p:cmAuthor id="171" name="未知的使用者112" initials="" lastIdx="1" clrIdx="1"/>
  <p:cmAuthor id="2240" name="Unicom" initials="U" lastIdx="0" clrIdx="2239"/>
  <p:cmAuthor id="172" name="梁亚栋" initials="梁" lastIdx="776053" clrIdx="0"/>
  <p:cmAuthor id="2241" name="杨国" initials="杨" lastIdx="0" clrIdx="2240"/>
  <p:cmAuthor id="173" name="Kevin Hu" initials="" lastIdx="1" clrIdx="0"/>
  <p:cmAuthor id="2242" name="13686" initials="1" lastIdx="0" clrIdx="2241"/>
  <p:cmAuthor id="174" name="未知的使用者38" initials="" lastIdx="1" clrIdx="0"/>
  <p:cmAuthor id="2243" name="杨素雯" initials="杨" lastIdx="0" clrIdx="2242"/>
  <p:cmAuthor id="175" name="唐可欣" initials="" lastIdx="1" clrIdx="0"/>
  <p:cmAuthor id="2244" name="未知的使用者62" initials="未" lastIdx="0" clrIdx="2243"/>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5" name="未知的使用者92" initials="未" lastIdx="1" clrIdx="0"/>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7" name="Windows 用户" initials="" lastIdx="1" clrIdx="0"/>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47245819" name="群智集" initials="群" lastIdx="0" clrIdx="0"/>
  <p:cmAuthor id="205" name="未知的使用者48" initials="" lastIdx="1" clrIdx="0"/>
  <p:cmAuthor id="47245820" name="ding ruiwen" initials="dr" lastIdx="1" clrIdx="36"/>
  <p:cmAuthor id="206" name="未知的使用者104" initials="" lastIdx="1" clrIdx="0"/>
  <p:cmAuthor id="47245821" name="宋玉坤" initials="W用" lastIdx="1" clrIdx="24"/>
  <p:cmAuthor id="207" name="未知用户60" initials="" lastIdx="1" clrIdx="0"/>
  <p:cmAuthor id="47245822" name="ma jialin" initials="mj" lastIdx="1" clrIdx="41"/>
  <p:cmAuthor id="208" name="未知的使用者39" initials="未" lastIdx="10" clrIdx="0"/>
  <p:cmAuthor id="47245823" name="刘海娜|liuhaina" initials="W用" lastIdx="1" clrIdx="36"/>
  <p:cmAuthor id="209" name="Shawna Strickland" initials="" lastIdx="2" clrIdx="0"/>
  <p:cmAuthor id="47245824" name="goforever814" initials="g" lastIdx="1" clrIdx="34"/>
  <p:cmAuthor id="210" name="未知的使用者36" initials="" lastIdx="3" clrIdx="1"/>
  <p:cmAuthor id="47245825" name="ME" initials="M" lastIdx="1" clrIdx="44"/>
  <p:cmAuthor id="211" name="未知的使用者136" initials="未" lastIdx="1" clrIdx="0"/>
  <p:cmAuthor id="212" name="Daniel Wuu" initials="" lastIdx="1" clrIdx="0"/>
  <p:cmAuthor id="213" name="未知用户56" initials="" lastIdx="1" clrIdx="0"/>
  <p:cmAuthor id="214" name="未知的使用者14" initials="" lastIdx="2" clrIdx="0"/>
  <p:cmAuthor id="215" name="云峰 贾" initials="云" lastIdx="2" clrIdx="0"/>
  <p:cmAuthor id="216" name="未知的使用者197" initials="未" lastIdx="8"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336028587" name="jadeite" initials="j" lastIdx="3" clrIdx="660"/>
  <p:cmAuthor id="229" name="Unknown User66" initials="U" lastIdx="1" clrIdx="0"/>
  <p:cmAuthor id="1121787201" name="新泉" initials="新" lastIdx="2" clrIdx="677"/>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663963024" name="二郎要读书" initials="二" lastIdx="1" clrIdx="702"/>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27559214" name="文斌" initials="文" lastIdx="6" clrIdx="350"/>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332488596" name="咲" initials="咲" lastIdx="1" clrIdx="865"/>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280589805" name="Bay" initials="B" lastIdx="1" clrIdx="853"/>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1387068263" name="WPS_1655667131" initials="W" lastIdx="1" clrIdx="698"/>
  <p:cmAuthor id="319" name="未知用户27" initials="未" lastIdx="1" clrIdx="0"/>
  <p:cmAuthor id="320" name="未知用户35" initials="未" lastIdx="1" clrIdx="0"/>
  <p:cmAuthor id="321" name="未知用户111" initials="未" lastIdx="1" clrIdx="1"/>
  <p:cmAuthor id="322" name="huangjc" initials="h" lastIdx="1" clrIdx="321"/>
  <p:cmAuthor id="323" name="ethel" initials="e" lastIdx="2" clrIdx="322"/>
  <p:cmAuthor id="324" name="36913" initials="3" lastIdx="1" clrIdx="323"/>
  <p:cmAuthor id="325" name="zhouxm73" initials="z" lastIdx="1" clrIdx="324"/>
  <p:cmAuthor id="326" name="10331183" initials="1" lastIdx="1" clrIdx="325"/>
  <p:cmAuthor id="327" name="liuq" initials="l" lastIdx="1" clrIdx="326"/>
  <p:cmAuthor id="328" name="琚超" initials="琚" lastIdx="1" clrIdx="327"/>
  <p:cmAuthor id="329" name="xul54" initials="x" lastIdx="1" clrIdx="328"/>
  <p:cmAuthor id="330" name="yuexy" initials="y" lastIdx="1" clrIdx="329"/>
  <p:cmAuthor id="331" name="qianyp" initials="q" lastIdx="2" clrIdx="330"/>
  <p:cmAuthor id="332" name="Liu, Hongqing (NSB - CN/Shanghai)" initials="L" lastIdx="1" clrIdx="41"/>
  <p:cmAuthor id="333" name="汪亦超" initials="汪" lastIdx="1" clrIdx="332"/>
  <p:cmAuthor id="334" name="lll" initials="l" lastIdx="1" clrIdx="333"/>
  <p:cmAuthor id="335" name="未知用户189" initials="未" lastIdx="2" clrIdx="0"/>
  <p:cmAuthor id="336" name="王一哲" initials="wyz" lastIdx="1" clrIdx="335"/>
  <p:cmAuthor id="337" name="raymond luan" initials="r" lastIdx="0" clrIdx="0"/>
  <p:cmAuthor id="338" name="thinkin" initials="t" lastIdx="2" clrIdx="337"/>
  <p:cmAuthor id="339" name="王子文" initials="王" lastIdx="27" clrIdx="338"/>
  <p:cmAuthor id="340" name="万翔宇" initials="万" lastIdx="17" clrIdx="339"/>
  <p:cmAuthor id="341" name="houzhixi" initials="h" lastIdx="1" clrIdx="340"/>
  <p:cmAuthor id="342" name="34306" initials="3" lastIdx="1" clrIdx="341"/>
  <p:cmAuthor id="343" name="娜娅" initials="娜" lastIdx="2" clrIdx="342"/>
  <p:cmAuthor id="344" name="houhj26" initials="h" lastIdx="1" clrIdx="343"/>
  <p:cmAuthor id="345" name="mengx79" initials="m" lastIdx="1" clrIdx="344"/>
  <p:cmAuthor id="346" name="李山" initials="李" lastIdx="1" clrIdx="345"/>
  <p:cmAuthor id="347" name="10011274@zte.intra" initials="1" lastIdx="9" clrIdx="346"/>
  <p:cmAuthor id="348" name="未知的使用者169" initials="未" lastIdx="1" clrIdx="0"/>
  <p:cmAuthor id="349" name="郭玉华" initials="郭" lastIdx="7" clrIdx="348"/>
  <p:cmAuthor id="350" name="冯连森" initials="冯" lastIdx="1" clrIdx="349"/>
  <p:cmAuthor id="351" name="未知的使用者173" initials="未" lastIdx="1" clrIdx="0"/>
  <p:cmAuthor id="352" name="CWS" initials="C" lastIdx="3" clrIdx="351"/>
  <p:cmAuthor id="353" name="刘威" initials="liuwei" lastIdx="1" clrIdx="352"/>
  <p:cmAuthor id="354" name="未知的使用者162" initials="未" lastIdx="1" clrIdx="0"/>
  <p:cmAuthor id="355" name="yangjun123" initials="y" lastIdx="1" clrIdx="354"/>
  <p:cmAuthor id="356" name="张力方" initials="张" lastIdx="1" clrIdx="355"/>
  <p:cmAuthor id="357" name="未知的使用者185" initials="未" lastIdx="10" clrIdx="0"/>
  <p:cmAuthor id="358" name="yubing" initials="y" lastIdx="2" clrIdx="357"/>
  <p:cmAuthor id="359" name="未知的使用者175" initials="未" lastIdx="8" clrIdx="0"/>
  <p:cmAuthor id="360" name="未知的使用者176" initials="未" lastIdx="1" clrIdx="0"/>
  <p:cmAuthor id="361" name="未知的使用者187" initials="未" lastIdx="1" clrIdx="0"/>
  <p:cmAuthor id="362" name="未知的使用者178" initials="未" lastIdx="1" clrIdx="0"/>
  <p:cmAuthor id="363" name="未知的使用者179" initials="未" lastIdx="1" clrIdx="0"/>
  <p:cmAuthor id="364" name="未知的使用者180" initials="未" lastIdx="2" clrIdx="0"/>
  <p:cmAuthor id="365" name="未知的使用者181" initials="未" lastIdx="7" clrIdx="1"/>
  <p:cmAuthor id="366" name="崔涛" initials="崔" lastIdx="1" clrIdx="365"/>
  <p:cmAuthor id="367" name="HUAWEI" initials="H" lastIdx="2" clrIdx="366"/>
  <p:cmAuthor id="368" name="Think" initials="T" lastIdx="2" clrIdx="40"/>
  <p:cmAuthor id="369" name="未知的使用者141" initials="未" lastIdx="8" clrIdx="0"/>
  <p:cmAuthor id="370" name="王蓉" initials="王" lastIdx="1" clrIdx="369"/>
  <p:cmAuthor id="371" name="巩金明" initials="巩" lastIdx="1" clrIdx="370"/>
  <p:cmAuthor id="372" name="未知的使用者144" initials="未" lastIdx="1" clrIdx="0"/>
  <p:cmAuthor id="373" name="未知的使用者145" initials="未" lastIdx="1" clrIdx="0"/>
  <p:cmAuthor id="374" name="未知的使用者146" initials="未" lastIdx="1" clrIdx="0"/>
  <p:cmAuthor id="375" name="未知的使用者147" initials="未" lastIdx="1" clrIdx="0"/>
  <p:cmAuthor id="376" name="未知的使用者148" initials="未" lastIdx="8" clrIdx="0"/>
  <p:cmAuthor id="377" name="未知的使用者149" initials="未" lastIdx="8" clrIdx="0"/>
  <p:cmAuthor id="378" name="李雄邦" initials="李" lastIdx="1" clrIdx="377"/>
  <p:cmAuthor id="379" name="刘云轩" initials="刘" lastIdx="1" clrIdx="0"/>
  <p:cmAuthor id="380" name="sharon" initials="s" lastIdx="1" clrIdx="84"/>
  <p:cmAuthor id="381" name="未知用户131" initials="未" lastIdx="1" clrIdx="2"/>
  <p:cmAuthor id="382" name="孔祥云" initials="孔" lastIdx="4" clrIdx="381"/>
  <p:cmAuthor id="383" name="未知的使用者194" initials="未" lastIdx="1" clrIdx="0"/>
  <p:cmAuthor id="384" name="未知用户134" initials="未" lastIdx="10" clrIdx="0"/>
  <p:cmAuthor id="385" name="未知用户135" initials="未" lastIdx="1" clrIdx="0"/>
  <p:cmAuthor id="386" name="10191815" initials="1" lastIdx="1" clrIdx="385"/>
  <p:cmAuthor id="387" name="未知用户136" initials="未" lastIdx="1" clrIdx="1"/>
  <p:cmAuthor id="388" name="10260969" initials="z" lastIdx="1" clrIdx="387"/>
  <p:cmAuthor id="389" name="Yoyo Wu" initials="Y" lastIdx="2" clrIdx="0"/>
  <p:cmAuthor id="390" name="未知的使用者201" initials="未" lastIdx="8" clrIdx="0"/>
  <p:cmAuthor id="391" name="未知的使用者202" initials="未" lastIdx="0" clrIdx="1"/>
  <p:cmAuthor id="392" name="未知的使用者171" initials="未" lastIdx="3" clrIdx="1"/>
  <p:cmAuthor id="393" name="未知的使用者195" initials="未" lastIdx="1" clrIdx="1"/>
  <p:cmAuthor id="394" name="Unknown User27" initials="U" lastIdx="1" clrIdx="0"/>
  <p:cmAuthor id="395" name="未知的使用者196" initials="未" lastIdx="1" clrIdx="0"/>
  <p:cmAuthor id="396" name="未知的使用者222" initials="" lastIdx="5" clrIdx="1"/>
  <p:cmAuthor id="397" name="未知的使用者203" initials="未" lastIdx="1" clrIdx="0"/>
  <p:cmAuthor id="398" name="未知的使用者204" initials="未" lastIdx="1" clrIdx="0"/>
  <p:cmAuthor id="399" name="未知的使用者225" initials="" lastIdx="1" clrIdx="0"/>
  <p:cmAuthor id="400" name="10208146" initials="1" lastIdx="1" clrIdx="399"/>
  <p:cmAuthor id="401" name="Unknown User24" initials="U" lastIdx="1" clrIdx="0"/>
  <p:cmAuthor id="402" name="未知用户133" initials="未" lastIdx="1" clrIdx="0"/>
  <p:cmAuthor id="403" name="孙远" initials="孙" lastIdx="5" clrIdx="402"/>
  <p:cmAuthor id="404" name="10309979" initials="1" lastIdx="1" clrIdx="403"/>
  <p:cmAuthor id="405" name="未知用户137" initials="未" lastIdx="10" clrIdx="0"/>
  <p:cmAuthor id="406" name="cmcc" initials="c" lastIdx="1" clrIdx="405"/>
  <p:cmAuthor id="407" name="Arno.Du(杜明星)" initials="A" lastIdx="0" clrIdx="0"/>
  <p:cmAuthor id="408" name="longyamei-1" initials="l" lastIdx="1" clrIdx="407"/>
  <p:cmAuthor id="197949914" name="草长莺飞" initials="草" lastIdx="4" clrIdx="848"/>
  <p:cmAuthor id="409" name="zhangbin" initials="z" lastIdx="6" clrIdx="0"/>
  <p:cmAuthor id="410" name="未知的使用者232" initials="" lastIdx="8" clrIdx="0"/>
  <p:cmAuthor id="411" name="alpha" initials="a" lastIdx="1" clrIdx="0"/>
  <p:cmAuthor id="412" name="未知用户330" initials="未" lastIdx="5" clrIdx="0"/>
  <p:cmAuthor id="394525608" name="仇怿俊" initials="仇" lastIdx="0" clrIdx="0"/>
  <p:cmAuthor id="413" name="未知的使用者158" initials="未" lastIdx="1" clrIdx="0"/>
  <p:cmAuthor id="394525609" name="mei shuo" initials="mei shuo" lastIdx="1" clrIdx="24"/>
  <p:cmAuthor id="414" name="未知用户177" initials="未" lastIdx="2" clrIdx="0"/>
  <p:cmAuthor id="394525610" name="dengwanting" initials="d" lastIdx="1" clrIdx="50"/>
  <p:cmAuthor id="415" name="未知用户184" initials="未" lastIdx="1" clrIdx="1"/>
  <p:cmAuthor id="394525611" name="ShanQiu LH" initials="SL" lastIdx="1" clrIdx="51"/>
  <p:cmAuthor id="416" name="Unknown User114" initials="U" lastIdx="1" clrIdx="1"/>
  <p:cmAuthor id="394525612" name="goulei" initials="g" lastIdx="2" clrIdx="41"/>
  <p:cmAuthor id="417" name="WANGZF" initials="W" lastIdx="4" clrIdx="2"/>
  <p:cmAuthor id="394525613" name="刘莎_Rnie2Mv6" initials="authorId_1390812686" lastIdx="0" clrIdx="0"/>
  <p:cmAuthor id="418" name="未知用户181" initials="未" lastIdx="2" clrIdx="0"/>
  <p:cmAuthor id="394525614" name="董耘_um22zMFb" initials="authorId_1461203234" lastIdx="0" clrIdx="0"/>
  <p:cmAuthor id="419" name="未知用户182" initials="未" lastIdx="1" clrIdx="49"/>
  <p:cmAuthor id="394525615" name="廖一明" initials="廖一明" lastIdx="1" clrIdx="236"/>
  <p:cmAuthor id="420" name="未知用户204" initials="未" lastIdx="1" clrIdx="0"/>
  <p:cmAuthor id="421" name="未知用户205" initials="未" lastIdx="1" clrIdx="0"/>
  <p:cmAuthor id="422" name="未知用户193" initials="未" lastIdx="3" clrIdx="0"/>
  <p:cmAuthor id="423" name="未知用户194" initials="未" lastIdx="1" clrIdx="0"/>
  <p:cmAuthor id="424" name="未知用户187" initials="未" lastIdx="10" clrIdx="0"/>
  <p:cmAuthor id="425" name="Kent" initials="K" lastIdx="2" clrIdx="0"/>
  <p:cmAuthor id="426" name="留毓吟" initials="留" lastIdx="1" clrIdx="0"/>
  <p:cmAuthor id="427" name="王嘉偉" initials="王" lastIdx="2" clrIdx="0"/>
  <p:cmAuthor id="428" name="dcis" initials="d" lastIdx="4" clrIdx="0"/>
  <p:cmAuthor id="429" name="FanJQ" initials="F" lastIdx="1" clrIdx="1"/>
  <p:cmAuthor id="430" name="未知用户211" initials="未" lastIdx="8" clrIdx="0"/>
  <p:cmAuthor id="431" name="未知用户212" initials="未" lastIdx="8" clrIdx="0"/>
  <p:cmAuthor id="432" name="未知用户210" initials="未" lastIdx="1" clrIdx="0"/>
  <p:cmAuthor id="433" name="未知用户201" initials="未" lastIdx="8" clrIdx="0"/>
  <p:cmAuthor id="434" name="未知用户161" initials="未" lastIdx="1" clrIdx="0"/>
  <p:cmAuthor id="435" name="未知用户183" initials="未" lastIdx="1" clrIdx="0"/>
  <p:cmAuthor id="436" name="未知用户162" initials="未" lastIdx="1" clrIdx="0"/>
  <p:cmAuthor id="437" name="未知用户163" initials="未" lastIdx="8" clrIdx="0"/>
  <p:cmAuthor id="438" name="未知用户164" initials="未" lastIdx="1" clrIdx="0"/>
  <p:cmAuthor id="439" name="未知用户165" initials="未" lastIdx="2" clrIdx="0"/>
  <p:cmAuthor id="440" name="未知用户191" initials="未" lastIdx="1" clrIdx="0"/>
  <p:cmAuthor id="441" name="未知用户167" initials="未" lastIdx="1" clrIdx="0"/>
  <p:cmAuthor id="442" name="未知用户202" initials="未" lastIdx="8" clrIdx="0"/>
  <p:cmAuthor id="443" name="未知用户169" initials="未" lastIdx="1" clrIdx="0"/>
  <p:cmAuthor id="444" name="未知用户192" initials="未" lastIdx="1" clrIdx="0"/>
  <p:cmAuthor id="445" name="未知用户203" initials="未" lastIdx="1" clrIdx="1"/>
  <p:cmAuthor id="353158055" name="韩雨" initials="韩" lastIdx="0" clrIdx="0"/>
  <p:cmAuthor id="446" name="未知用户174" initials="未" lastIdx="1" clrIdx="0"/>
  <p:cmAuthor id="447" name="未知用户175" initials="未" lastIdx="1" clrIdx="0"/>
  <p:cmAuthor id="448" name="未知用户176" initials="未" lastIdx="1" clrIdx="0"/>
  <p:cmAuthor id="449" name="未知的使用者166" initials="未" lastIdx="8" clrIdx="0"/>
  <p:cmAuthor id="450" name="未知的使用者167" initials="未" lastIdx="0" clrIdx="1"/>
  <p:cmAuthor id="451" name="未知的使用者159" initials="未" lastIdx="1" clrIdx="1"/>
  <p:cmAuthor id="452" name="未知的使用者160" initials="未" lastIdx="1" clrIdx="0"/>
  <p:cmAuthor id="453" name="未知的使用者168" initials="未" lastIdx="1" clrIdx="0"/>
  <p:cmAuthor id="454" name="不明使用者7" initials="不" lastIdx="7" clrIdx="1"/>
  <p:cmAuthor id="455" name="未知用户120" initials="未" lastIdx="1" clrIdx="0"/>
  <p:cmAuthor id="456" name="未知用户122" initials="未" lastIdx="1" clrIdx="0"/>
  <p:cmAuthor id="457" name="未知用户132" initials="未" lastIdx="1" clrIdx="0"/>
  <p:cmAuthor id="458" name="未知用户141" initials="未" lastIdx="1" clrIdx="1"/>
  <p:cmAuthor id="459" name="未知用户143" initials="未" lastIdx="1" clrIdx="0"/>
  <p:cmAuthor id="460" name="未知用户144" initials="未" lastIdx="1" clrIdx="0"/>
  <p:cmAuthor id="461" name="未知用户145" initials="未" lastIdx="2" clrIdx="0"/>
  <p:cmAuthor id="462" name="未知用户119" initials="未" lastIdx="1" clrIdx="1"/>
  <p:cmAuthor id="463" name="未知用户140" initials="未" lastIdx="0" clrIdx="1"/>
  <p:cmAuthor id="464" name="未知用户142" initials="未" lastIdx="1" clrIdx="0"/>
  <p:cmAuthor id="465" name="未知用户157" initials="未" lastIdx="8" clrIdx="0"/>
  <p:cmAuthor id="466" name="未知用户158" initials="未" lastIdx="2" clrIdx="0"/>
  <p:cmAuthor id="467" name="未知用户159" initials="未" lastIdx="1" clrIdx="0"/>
  <p:cmAuthor id="468" name="未知用户160" initials="未" lastIdx="2" clrIdx="0"/>
  <p:cmAuthor id="469" name="未知用户168" initials="未" lastIdx="1" clrIdx="0"/>
  <p:cmAuthor id="470" name="順天" initials="順" lastIdx="1" clrIdx="0"/>
  <p:cmAuthor id="471" name="未知用户287" initials="未" lastIdx="0" clrIdx="1"/>
  <p:cmAuthor id="472" name="未知用户288" initials="未" lastIdx="1" clrIdx="0"/>
  <p:cmAuthor id="473" name="未知用户289" initials="未" lastIdx="1" clrIdx="0"/>
  <p:cmAuthor id="474" name="未知用户206" initials="未" lastIdx="6" clrIdx="0"/>
  <p:cmAuthor id="272456739" name="time killer" initials="t" lastIdx="1" clrIdx="688"/>
  <p:cmAuthor id="1036066707" name="陈双华" initials="陈" lastIdx="1" clrIdx="852"/>
  <p:cmAuthor id="475" name="Evonlin" initials="E" lastIdx="2" clrIdx="2"/>
  <p:cmAuthor id="477" name="Unknown User11" initials="U" lastIdx="0" clrIdx="1"/>
  <p:cmAuthor id="478" name="nancy" initials="n" lastIdx="1" clrIdx="0"/>
  <p:cmAuthor id="479" name="未知用户166" initials="未" lastIdx="1" clrIdx="0"/>
  <p:cmAuthor id="480" name="未知用户195" initials="未" lastIdx="1" clrIdx="0"/>
  <p:cmAuthor id="481" name="未知用户207" initials="未" lastIdx="3" clrIdx="1"/>
  <p:cmAuthor id="482" name="未知的使用者207" initials="未" lastIdx="1" clrIdx="0"/>
  <p:cmAuthor id="483" name="未知的使用者208" initials="未" lastIdx="1" clrIdx="0"/>
  <p:cmAuthor id="484" name="未知的使用者188" initials="未" lastIdx="1" clrIdx="0"/>
  <p:cmAuthor id="485" name="未知的使用者189" initials="未" lastIdx="2" clrIdx="0"/>
  <p:cmAuthor id="486" name="未知的使用者190" initials="未" lastIdx="1" clrIdx="1"/>
  <p:cmAuthor id="487" name="未知的使用者191" initials="未" lastIdx="1" clrIdx="0"/>
  <p:cmAuthor id="488" name="未知的使用者192" initials="未" lastIdx="1" clrIdx="0"/>
  <p:cmAuthor id="489" name="未知的使用者193" initials="未" lastIdx="2" clrIdx="0"/>
  <p:cmAuthor id="490" name="未知的使用者209" initials="未" lastIdx="8" clrIdx="0"/>
  <p:cmAuthor id="491" name="未知的使用者210" initials="未" lastIdx="1" clrIdx="0"/>
  <p:cmAuthor id="492" name="未知的使用者211" initials="未" lastIdx="1" clrIdx="0"/>
  <p:cmAuthor id="493" name="未知的使用者212" initials="未" lastIdx="11" clrIdx="0"/>
  <p:cmAuthor id="494" name="未知的使用者213" initials="未" lastIdx="7" clrIdx="1"/>
  <p:cmAuthor id="495" name="未知的使用者214" initials="未" lastIdx="1" clrIdx="2"/>
  <p:cmAuthor id="496" name="未知的使用者215" initials="未" lastIdx="1" clrIdx="0"/>
  <p:cmAuthor id="497" name="未知的使用者216" initials="未" lastIdx="1" clrIdx="0"/>
  <p:cmAuthor id="498" name="未知的使用者217" initials="未" lastIdx="1" clrIdx="1"/>
  <p:cmAuthor id="396226412" name="海风~~" initials="海" lastIdx="1" clrIdx="958"/>
  <p:cmAuthor id="499" name="未知的使用者218" initials="未" lastIdx="1" clrIdx="0"/>
  <p:cmAuthor id="500" name="未知的使用者219" initials="未" lastIdx="2" clrIdx="0"/>
  <p:cmAuthor id="501" name="未知的使用者220" initials="未" lastIdx="7" clrIdx="1"/>
  <p:cmAuthor id="502" name="未知的使用者153" initials="未" lastIdx="1" clrIdx="0"/>
  <p:cmAuthor id="503" name="未知的使用者154" initials="未" lastIdx="1" clrIdx="0"/>
  <p:cmAuthor id="504" name="未知用户25" initials="未" lastIdx="1" clrIdx="0"/>
  <p:cmAuthor id="506" name="未知的使用者129" initials="未" lastIdx="1" clrIdx="0"/>
  <p:cmAuthor id="507" name="未知的使用者130" initials="未" lastIdx="8" clrIdx="0"/>
  <p:cmAuthor id="508" name="未知的使用者131" initials="未" lastIdx="2" clrIdx="0"/>
  <p:cmAuthor id="509" name="未知的使用者132" initials="未" lastIdx="8" clrIdx="0"/>
  <p:cmAuthor id="510" name="未知的使用者164" initials="未" lastIdx="8" clrIdx="0"/>
  <p:cmAuthor id="511" name="未知的使用者172" initials="未" lastIdx="1" clrIdx="0"/>
  <p:cmAuthor id="512" name="未知的使用者174" initials="未" lastIdx="1" clrIdx="0"/>
  <p:cmAuthor id="513" name="未知的使用者247" initials="未" lastIdx="6" clrIdx="0"/>
  <p:cmAuthor id="514" name="未知的使用者249" initials="未" lastIdx="43" clrIdx="1"/>
  <p:cmAuthor id="515" name="未知的使用者250" initials="未" lastIdx="1" clrIdx="0"/>
  <p:cmAuthor id="516" name="未知的使用者251" initials="未" lastIdx="1" clrIdx="0"/>
  <p:cmAuthor id="517" name="未知的使用者246" initials="未" lastIdx="1" clrIdx="1"/>
  <p:cmAuthor id="518" name="未知的使用者224" initials="未" lastIdx="1" clrIdx="0"/>
  <p:cmAuthor id="519" name="未知的使用者252" initials="未" lastIdx="1" clrIdx="0"/>
  <p:cmAuthor id="520" name="未知的使用者253" initials="未" lastIdx="1" clrIdx="0"/>
  <p:cmAuthor id="521" name="未知的使用者254" initials="未" lastIdx="1" clrIdx="0"/>
  <p:cmAuthor id="522" name="未知的使用者255" initials="未" lastIdx="1" clrIdx="0"/>
  <p:cmAuthor id="523" name="未知的使用者226" initials="未" lastIdx="8" clrIdx="0"/>
  <p:cmAuthor id="524" name="未知的使用者227" initials="未" lastIdx="2" clrIdx="0"/>
  <p:cmAuthor id="525" name="未知的使用者270" initials="未" lastIdx="1" clrIdx="0"/>
  <p:cmAuthor id="526" name="未知的使用者228" initials="未" lastIdx="8" clrIdx="0"/>
  <p:cmAuthor id="527" name="未知的使用者229" initials="未" lastIdx="8" clrIdx="0"/>
  <p:cmAuthor id="528" name="未知的使用者230" initials="未" lastIdx="1" clrIdx="0"/>
  <p:cmAuthor id="529" name="未知的使用者231" initials="未" lastIdx="1" clrIdx="0"/>
  <p:cmAuthor id="530" name="未知的使用者256" initials="未" lastIdx="1" clrIdx="0"/>
  <p:cmAuthor id="531" name="未知的使用者233" initials="未" lastIdx="1" clrIdx="0"/>
  <p:cmAuthor id="532" name="未知的使用者234" initials="未" lastIdx="10" clrIdx="0"/>
  <p:cmAuthor id="533" name="未知的使用者235" initials="未" lastIdx="1" clrIdx="0"/>
  <p:cmAuthor id="534" name="未知的使用者236" initials="未" lastIdx="1" clrIdx="0"/>
  <p:cmAuthor id="535" name="未知的使用者257" initials="未" lastIdx="1" clrIdx="0"/>
  <p:cmAuthor id="536" name="未知的使用者237" initials="未" lastIdx="1" clrIdx="0"/>
  <p:cmAuthor id="537" name="未知的使用者238" initials="未" lastIdx="2" clrIdx="0"/>
  <p:cmAuthor id="538" name="未知的使用者239" initials="未" lastIdx="1" clrIdx="1"/>
  <p:cmAuthor id="539" name="未知的使用者240" initials="未" lastIdx="1" clrIdx="0"/>
  <p:cmAuthor id="540" name="未知的使用者241" initials="未" lastIdx="1" clrIdx="0"/>
  <p:cmAuthor id="541" name="未知的使用者242" initials="未" lastIdx="2" clrIdx="0"/>
  <p:cmAuthor id="542" name="未知的使用者243" initials="未" lastIdx="1" clrIdx="0"/>
  <p:cmAuthor id="543" name="未知的使用者258" initials="未" lastIdx="8" clrIdx="0"/>
  <p:cmAuthor id="544" name="未知的使用者259" initials="未" lastIdx="1" clrIdx="0"/>
  <p:cmAuthor id="545" name="未知的使用者260" initials="未" lastIdx="1" clrIdx="0"/>
  <p:cmAuthor id="546" name="未知的使用者261" initials="未" lastIdx="11" clrIdx="0"/>
  <p:cmAuthor id="547" name="未知的使用者262" initials="未" lastIdx="7" clrIdx="1"/>
  <p:cmAuthor id="548" name="未知的使用者263" initials="未" lastIdx="1" clrIdx="2"/>
  <p:cmAuthor id="549" name="未知的使用者264" initials="未" lastIdx="1" clrIdx="0"/>
  <p:cmAuthor id="550" name="未知的使用者265" initials="未" lastIdx="1" clrIdx="0"/>
  <p:cmAuthor id="551" name="未知的使用者266" initials="未" lastIdx="1" clrIdx="1"/>
  <p:cmAuthor id="552" name="未知的使用者267" initials="未" lastIdx="1" clrIdx="0"/>
  <p:cmAuthor id="252273722" name="梅婷" initials="梅" lastIdx="1" clrIdx="343"/>
  <p:cmAuthor id="553" name="未知的使用者268" initials="未" lastIdx="2" clrIdx="0"/>
  <p:cmAuthor id="554" name="未知的使用者269" initials="未" lastIdx="7" clrIdx="1"/>
  <p:cmAuthor id="555" name="lillian" initials="l" lastIdx="1" clrIdx="0"/>
  <p:cmAuthor id="556" name="未知用户197" initials="未" lastIdx="1" clrIdx="0"/>
  <p:cmAuthor id="557" name="Xia Ting" initials="X" lastIdx="1" clrIdx="0"/>
  <p:cmAuthor id="559" name="不明使用者54" initials="不" lastIdx="1" clrIdx="1"/>
  <p:cmAuthor id="561" name="未知用户94" initials="未" lastIdx="0" clrIdx="0"/>
  <p:cmAuthor id="562" name="未知用户321" initials="未" lastIdx="1" clrIdx="0"/>
  <p:cmAuthor id="563" name=" " initials="" lastIdx="6" clrIdx="85"/>
  <p:cmAuthor id="564" name="未知用户319" initials="未" lastIdx="1" clrIdx="0"/>
  <p:cmAuthor id="372780570" name="fluxay" initials="f" lastIdx="1" clrIdx="890"/>
  <p:cmAuthor id="565" name="未知用户222" initials="未" lastIdx="1" clrIdx="0"/>
  <p:cmAuthor id="566" name="未知用户87" initials="未" lastIdx="1" clrIdx="0"/>
  <p:cmAuthor id="567" name="未知用户88" initials="未" lastIdx="1" clrIdx="0"/>
  <p:cmAuthor id="568" name="未知用户89" initials="未" lastIdx="1" clrIdx="0"/>
  <p:cmAuthor id="569" name="Unknown User111" initials="U" lastIdx="1" clrIdx="0"/>
  <p:cmAuthor id="570" name="未知用户110" initials="未" lastIdx="1" clrIdx="0"/>
  <p:cmAuthor id="571" name="未知用户121" initials="未" lastIdx="1" clrIdx="1"/>
  <p:cmAuthor id="572" name="未知用户234" initials="未" lastIdx="7" clrIdx="1"/>
  <p:cmAuthor id="573" name="未知用户54" initials="未" lastIdx="8" clrIdx="0"/>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未知用户285" initials="未" lastIdx="8" clrIdx="0"/>
  <p:cmAuthor id="582" name="未知用户180" initials="未" lastIdx="1" clrIdx="1"/>
  <p:cmAuthor id="583" name="78234500@qq.com" initials="7" lastIdx="1" clrIdx="0"/>
  <p:cmAuthor id="584" name="未知用户188" initials="未" lastIdx="1" clrIdx="0"/>
  <p:cmAuthor id="585" name="未知用户290" initials="未" lastIdx="2" clrIdx="0"/>
  <p:cmAuthor id="586" name="未知用户291" initials="未" lastIdx="8" clrIdx="0"/>
  <p:cmAuthor id="587" name="未知用户292" initials="未" lastIdx="1" clrIdx="0"/>
  <p:cmAuthor id="588" name="未知用户293" initials="未" lastIdx="1" clrIdx="0"/>
  <p:cmAuthor id="589" name="未知用户295" initials="未" lastIdx="1" clrIdx="0"/>
  <p:cmAuthor id="590" name="未知用户297" initials="未" lastIdx="1" clrIdx="0"/>
  <p:cmAuthor id="591" name="panjm" initials="p" lastIdx="1" clrIdx="0"/>
  <p:cmAuthor id="592" name="ye gusong" initials="y" lastIdx="1" clrIdx="0"/>
  <p:cmAuthor id="593" name="wei muzi" initials="w" lastIdx="1" clrIdx="4"/>
  <p:cmAuthor id="594" name="孙" initials="孙" lastIdx="1" clrIdx="50"/>
  <p:cmAuthor id="595" name="liuchunhua199110" initials="l" lastIdx="3" clrIdx="3"/>
  <p:cmAuthor id="596" name="Microsoft Office User" initials="M" lastIdx="2" clrIdx="86"/>
  <p:cmAuthor id="597" name="未知用户256" initials="未" lastIdx="1" clrIdx="0"/>
  <p:cmAuthor id="598" name="未知的使用者139" initials="未" lastIdx="1" clrIdx="0"/>
  <p:cmAuthor id="599" name="未知用户258" initials="未" lastIdx="8" clrIdx="0"/>
  <p:cmAuthor id="601" name="未知用户233" initials="未" lastIdx="1" clrIdx="0"/>
  <p:cmAuthor id="602" name="未知用户148" initials="" lastIdx="1" clrIdx="0"/>
  <p:cmAuthor id="603" name="boyen" initials="b" lastIdx="1" clrIdx="602"/>
  <p:cmAuthor id="604" name="未知的使用者140" initials="未" lastIdx="1" clrIdx="1"/>
  <p:cmAuthor id="605" name="yudi lin" initials="y" lastIdx="0" clrIdx="0"/>
  <p:cmAuthor id="606" name="未知的使用者200" initials="未" lastIdx="1" clrIdx="0"/>
  <p:cmAuthor id="607" name="95407" initials="9" lastIdx="2" clrIdx="606"/>
  <p:cmAuthor id="608" name="49554261@qq.com" initials="4" lastIdx="2" clrIdx="2"/>
  <p:cmAuthor id="609" name="未知用户230" initials="未" lastIdx="1" clrIdx="0"/>
  <p:cmAuthor id="610" name="未知用户215" initials="未" lastIdx="1" clrIdx="0"/>
  <p:cmAuthor id="611" name="未知用户313" initials="未" lastIdx="2" clrIdx="0"/>
  <p:cmAuthor id="612" name="胡岱雯" initials="胡" lastIdx="1" clrIdx="0"/>
  <p:cmAuthor id="613" name="张 成亚" initials="张" lastIdx="1" clrIdx="52"/>
  <p:cmAuthor id="614" name="未知用户268" initials="未" lastIdx="1" clrIdx="0"/>
  <p:cmAuthor id="615" name="liuzga" initials="l" lastIdx="1" clrIdx="3"/>
  <p:cmAuthor id="616" name="未知用户213" initials="未" lastIdx="1" clrIdx="0"/>
  <p:cmAuthor id="617" name="未知用户218" initials="未" lastIdx="1" clrIdx="0"/>
  <p:cmAuthor id="618" name="未知用户219" initials="未" lastIdx="10" clrIdx="0"/>
  <p:cmAuthor id="619" name="未知用户344" initials="未" lastIdx="1" clrIdx="0"/>
  <p:cmAuthor id="620" name="未知用户345" initials="未" lastIdx="1" clrIdx="0"/>
  <p:cmAuthor id="621" name="未知用户347" initials="未" lastIdx="6" clrIdx="0"/>
  <p:cmAuthor id="622" name="未知用户348" initials="未" lastIdx="10" clrIdx="0"/>
  <p:cmAuthor id="623" name="jian Ray" initials="j" lastIdx="1" clrIdx="50"/>
  <p:cmAuthor id="624" name="赵 璐" initials="赵" lastIdx="4" clrIdx="0"/>
  <p:cmAuthor id="625" name="Microsoft Office 用户" initials="M" lastIdx="25" clrIdx="3"/>
  <p:cmAuthor id="626" name="王丽君" initials="王" lastIdx="4" clrIdx="0"/>
  <p:cmAuthor id="627" name="未知用户237" initials="未" lastIdx="1" clrIdx="0"/>
  <p:cmAuthor id="628" name="�Ÿ�" initials="�" lastIdx="1" clrIdx="0"/>
  <p:cmAuthor id="629" name="未知用户221" initials="未" lastIdx="43" clrIdx="1"/>
  <p:cmAuthor id="630" name="jesschin" initials="j" lastIdx="1" clrIdx="510"/>
  <p:cmAuthor id="631" name="lenovo" initials="l" lastIdx="1" clrIdx="630"/>
  <p:cmAuthor id="632" name="林志强" initials="林" lastIdx="1" clrIdx="631"/>
  <p:cmAuthor id="633" name="Carol Kelly" initials="C" lastIdx="1" clrIdx="0"/>
  <p:cmAuthor id="1483810881" name="WPS_1679281038" initials="W" lastIdx="1" clrIdx="2"/>
  <p:cmAuthor id="634" name="陶选如" initials="陶" lastIdx="1" clrIdx="633"/>
  <p:cmAuthor id="1483810882" name="Michael&amp;Echo" initials="M" lastIdx="1" clrIdx="1483810881"/>
  <p:cmAuthor id="635" name="10090288" initials="1" lastIdx="3" clrIdx="634"/>
  <p:cmAuthor id="636" name="Unknown User58" initials="U" lastIdx="1" clrIdx="0"/>
  <p:cmAuthor id="637" name="Unknown User55" initials="U" lastIdx="1" clrIdx="1"/>
  <p:cmAuthor id="638" name="未知用户343" initials="未" lastIdx="1" clrIdx="0"/>
  <p:cmAuthor id="639" name="Huipeng Cao" initials="H" lastIdx="1" clrIdx="0"/>
  <p:cmAuthor id="241183969" name="八步" initials="八" lastIdx="1" clrIdx="21"/>
  <p:cmAuthor id="640" name="李 雷雨" initials="李" lastIdx="1" clrIdx="0"/>
  <p:cmAuthor id="641" name="91257" initials="9" lastIdx="0" clrIdx="1"/>
  <p:cmAuthor id="642" name="vicky" initials="v" lastIdx="2" clrIdx="1"/>
  <p:cmAuthor id="643" name="庆芳 许" initials="庆" lastIdx="1" clrIdx="0"/>
  <p:cmAuthor id="644" name="jerrychou" initials="j" lastIdx="1" clrIdx="4"/>
  <p:cmAuthor id="645" name="不明使用者12" initials="不" lastIdx="3" clrIdx="1"/>
  <p:cmAuthor id="646" name="不明使用者1" initials="不" lastIdx="0" clrIdx="0"/>
  <p:cmAuthor id="647" name="不明使用者2" initials="不" lastIdx="2" clrIdx="0"/>
  <p:cmAuthor id="648" name="姚翔" initials="姚" lastIdx="1" clrIdx="647"/>
  <p:cmAuthor id="649" name="不明使用者4" initials="不" lastIdx="1" clrIdx="0"/>
  <p:cmAuthor id="650" name="不明使用者6" initials="不" lastIdx="1" clrIdx="0"/>
  <p:cmAuthor id="651" name="不明使用者5" initials="不" lastIdx="11" clrIdx="0"/>
  <p:cmAuthor id="652" name="未知用户296" initials="未" lastIdx="1" clrIdx="0"/>
  <p:cmAuthor id="653" name="不明使用者8" initials="不" lastIdx="43" clrIdx="1"/>
  <p:cmAuthor id="654" name="不明使用者9" initials="不" lastIdx="1" clrIdx="0"/>
  <p:cmAuthor id="1013961691" name="施俊" initials="施" lastIdx="3" clrIdx="41"/>
  <p:cmAuthor id="655" name="不明使用者10" initials="不" lastIdx="0" clrIdx="0"/>
  <p:cmAuthor id="656" name="不明使用者11" initials="不" lastIdx="1" clrIdx="0"/>
  <p:cmAuthor id="657" name="Carol Wu" initials="C" lastIdx="1" clrIdx="0"/>
  <p:cmAuthor id="658" name="10335529" initials="1" lastIdx="1" clrIdx="657"/>
  <p:cmAuthor id="659" name="李翠微" initials="李" lastIdx="1" clrIdx="658"/>
  <p:cmAuthor id="660" name="未知用户304" initials="未" lastIdx="1" clrIdx="0"/>
  <p:cmAuthor id="661" name="未知用户305" initials="未" lastIdx="1" clrIdx="0"/>
  <p:cmAuthor id="662" name="敢 王" initials="敢" lastIdx="1" clrIdx="0"/>
  <p:cmAuthor id="663" name="邓 勇" initials="邓" lastIdx="1" clrIdx="0"/>
  <p:cmAuthor id="664" name="陈城" initials="陈" lastIdx="0" clrIdx="2"/>
  <p:cmAuthor id="665" name="未知用户309" initials="未" lastIdx="8" clrIdx="0"/>
  <p:cmAuthor id="666" name="蓝礼健" initials="蓝" lastIdx="1" clrIdx="0"/>
  <p:cmAuthor id="667" name="未知用户311" initials="未" lastIdx="2" clrIdx="0"/>
  <p:cmAuthor id="668" name="未知用户312" initials="未" lastIdx="1" clrIdx="0"/>
  <p:cmAuthor id="669" name="shenbina" initials="s" lastIdx="1" clrIdx="0"/>
  <p:cmAuthor id="670" name="未知用户314" initials="未" lastIdx="1" clrIdx="1"/>
  <p:cmAuthor id="671" name="晓  曲" initials="晓" lastIdx="1" clrIdx="0"/>
  <p:cmAuthor id="672" name="10292923" initials="1" lastIdx="1" clrIdx="671"/>
  <p:cmAuthor id="673" name="未知用户216" initials="未" lastIdx="1" clrIdx="0"/>
  <p:cmAuthor id="674" name="孟连磊" initials="孟" lastIdx="1" clrIdx="0"/>
  <p:cmAuthor id="675" name="未知用户387" initials="未" lastIdx="1" clrIdx="0"/>
  <p:cmAuthor id="676" name="未知的使用者177" initials="未" lastIdx="8" clrIdx="0"/>
  <p:cmAuthor id="677" name="梅芬 吳" initials="梅" lastIdx="1" clrIdx="85"/>
  <p:cmAuthor id="678" name="未知的使用者221" initials="未" lastIdx="1" clrIdx="0"/>
  <p:cmAuthor id="679" name="wzy" initials="w" lastIdx="1" clrIdx="678"/>
  <p:cmAuthor id="680" name="黄鹏" initials="黄" lastIdx="1" clrIdx="679"/>
  <p:cmAuthor id="681" name="winner1 chan" initials="wc" lastIdx="1" clrIdx="334"/>
  <p:cmAuthor id="682" name="未知用户332" initials="未" lastIdx="1" clrIdx="0"/>
  <p:cmAuthor id="683" name="未知用户217" initials="未" lastIdx="1" clrIdx="0"/>
  <p:cmAuthor id="684" name="cai yan" initials="cy" lastIdx="1" clrIdx="511"/>
  <p:cmAuthor id="685" name="俊晔 邱" initials="俊" lastIdx="1" clrIdx="87"/>
  <p:cmAuthor id="686" name="annie.gts@outlook.com" initials="a" lastIdx="2" clrIdx="0"/>
  <p:cmAuthor id="687" name="杨 升格" initials="杨" lastIdx="2" clrIdx="0"/>
  <p:cmAuthor id="688" name="Unknown User80" initials="U" lastIdx="1" clrIdx="0"/>
  <p:cmAuthor id="689" name="cy" initials="c" lastIdx="1" clrIdx="76"/>
  <p:cmAuthor id="690" name="wuyh501" initials="w" lastIdx="36" clrIdx="689"/>
  <p:cmAuthor id="691" name="未知用户200" initials="未" lastIdx="8" clrIdx="0"/>
  <p:cmAuthor id="692" name="未知用户272" initials="未" lastIdx="10" clrIdx="0"/>
  <p:cmAuthor id="693" name="lxm" initials="l" lastIdx="1" clrIdx="413"/>
  <p:cmAuthor id="694" name="未知用户231" initials="未" lastIdx="1" clrIdx="0"/>
  <p:cmAuthor id="695" name="lit53" initials="l" lastIdx="1" clrIdx="694"/>
  <p:cmAuthor id="696" name="yesg" initials="y" lastIdx="1" clrIdx="0"/>
  <p:cmAuthor id="697" name="未知用户240" initials="未" lastIdx="2" clrIdx="0"/>
  <p:cmAuthor id="698" name="陳珮琪" initials="陳珮琪" lastIdx="1" clrIdx="188"/>
  <p:cmAuthor id="699" name="未知用户277" initials="未" lastIdx="1" clrIdx="1"/>
  <p:cmAuthor id="700" name="soling" initials="s" lastIdx="1" clrIdx="2"/>
  <p:cmAuthor id="701" name="李 骁" initials="李" lastIdx="1" clrIdx="0"/>
  <p:cmAuthor id="702" name="Tome" initials="T" lastIdx="1" clrIdx="85"/>
  <p:cmAuthor id="703" name="未知的使用者96" initials="未" lastIdx="2" clrIdx="0"/>
  <p:cmAuthor id="704" name="未知的使用者97" initials="未" lastIdx="8" clrIdx="0"/>
  <p:cmAuthor id="705" name="未知用户301" initials="未" lastIdx="1" clrIdx="0"/>
  <p:cmAuthor id="706" name="未知的使用者101" initials="未" lastIdx="1" clrIdx="0"/>
  <p:cmAuthor id="707" name="未知用户308" initials="未" lastIdx="1" clrIdx="0"/>
  <p:cmAuthor id="708" name="未知用户248" initials="未" lastIdx="1" clrIdx="0"/>
  <p:cmAuthor id="709" name="未知用户249" initials="未" lastIdx="1" clrIdx="0"/>
  <p:cmAuthor id="710" name="Stacy Chiang" initials="S" lastIdx="2" clrIdx="0"/>
  <p:cmAuthor id="711" name="未知用户315" initials="未" lastIdx="0" clrIdx="0"/>
  <p:cmAuthor id="712" name="未知用户316" initials="未" lastIdx="1" clrIdx="0"/>
  <p:cmAuthor id="713" name="未知用户317" initials="未" lastIdx="10" clrIdx="0"/>
  <p:cmAuthor id="714" name="未知用户318" initials="未" lastIdx="0" clrIdx="1"/>
  <p:cmAuthor id="715" name="cf" initials="c" lastIdx="2" clrIdx="690"/>
  <p:cmAuthor id="716" name="chen hui" initials="c" lastIdx="1" clrIdx="87"/>
  <p:cmAuthor id="717" name="未知用户244" initials="未" lastIdx="1" clrIdx="0"/>
  <p:cmAuthor id="718" name="未知用户322" initials="未" lastIdx="10" clrIdx="0"/>
  <p:cmAuthor id="719" name="未知用户323" initials="未" lastIdx="1" clrIdx="0"/>
  <p:cmAuthor id="720" name="未知用户324" initials="未" lastIdx="3" clrIdx="1"/>
  <p:cmAuthor id="721" name="wangxinhui" initials="w" lastIdx="1" clrIdx="0"/>
  <p:cmAuthor id="722" name="未知用户276" initials="未" lastIdx="8" clrIdx="0"/>
  <p:cmAuthor id="723" name="未知用户363" initials="未" lastIdx="6" clrIdx="0"/>
  <p:cmAuthor id="724" name="未知用户459" initials="未" lastIdx="1" clrIdx="84"/>
  <p:cmAuthor id="725" name="未知用户470" initials="未" lastIdx="1" clrIdx="0"/>
  <p:cmAuthor id="726" name="未知用户325" initials="未" lastIdx="1" clrIdx="1"/>
  <p:cmAuthor id="727" name="未知用户326" initials="未" lastIdx="1" clrIdx="0"/>
  <p:cmAuthor id="728" name="未知用户365" initials="未" lastIdx="1" clrIdx="0"/>
  <p:cmAuthor id="729" name="未知用户460" initials="未" lastIdx="1" clrIdx="0"/>
  <p:cmAuthor id="730" name="未知用户366" initials="未" lastIdx="3" clrIdx="1"/>
  <p:cmAuthor id="731" name="未知用户461" initials="未" lastIdx="10" clrIdx="0"/>
  <p:cmAuthor id="732" name="未知用户367" initials="未" lastIdx="10" clrIdx="0"/>
  <p:cmAuthor id="733" name="未知用户462" initials="未" lastIdx="1" clrIdx="1"/>
  <p:cmAuthor id="734" name="未知用户463" initials="未" lastIdx="1" clrIdx="0"/>
  <p:cmAuthor id="735" name="未知用户368" initials="未" lastIdx="1" clrIdx="0"/>
  <p:cmAuthor id="736" name="未知用户464" initials="未" lastIdx="1" clrIdx="0"/>
  <p:cmAuthor id="737" name="未知用户369" initials="未" lastIdx="1" clrIdx="0"/>
  <p:cmAuthor id="738" name="未知用户465" initials="未" lastIdx="1" clrIdx="78"/>
  <p:cmAuthor id="739" name="未知用户466" initials="未" lastIdx="1" clrIdx="0"/>
  <p:cmAuthor id="740" name="未知用户467" initials="未" lastIdx="3" clrIdx="1"/>
  <p:cmAuthor id="741" name="未知用户468" initials="未" lastIdx="1" clrIdx="0"/>
  <p:cmAuthor id="742" name="未知用户426" initials="未" lastIdx="1" clrIdx="0"/>
  <p:cmAuthor id="743" name="未知用户371" initials="未" lastIdx="1" clrIdx="1"/>
  <p:cmAuthor id="744" name="未知用户372" initials="未" lastIdx="1" clrIdx="0"/>
  <p:cmAuthor id="745" name="未知用户373" initials="未" lastIdx="8" clrIdx="0"/>
  <p:cmAuthor id="373173861" name="小川/ka" initials="小" lastIdx="1" clrIdx="953"/>
  <p:cmAuthor id="746" name="未知用户374" initials="未" lastIdx="2" clrIdx="0"/>
  <p:cmAuthor id="747" name="未知用户469" initials="未" lastIdx="1" clrIdx="0"/>
  <p:cmAuthor id="748" name="未知用户427" initials="未" lastIdx="8" clrIdx="0"/>
  <p:cmAuthor id="749" name="未知用户375" initials="未" lastIdx="8" clrIdx="0"/>
  <p:cmAuthor id="750" name="未知用户376" initials="未" lastIdx="1" clrIdx="0"/>
  <p:cmAuthor id="751" name="未知用户377" initials="未" lastIdx="1" clrIdx="0"/>
  <p:cmAuthor id="752" name="未知用户428" initials="未" lastIdx="8" clrIdx="0"/>
  <p:cmAuthor id="753" name="未知用户378" initials="未" lastIdx="1" clrIdx="0"/>
  <p:cmAuthor id="754" name="未知用户379" initials="未" lastIdx="1" clrIdx="0"/>
  <p:cmAuthor id="755" name="未知用户339" initials="未" lastIdx="1" clrIdx="0"/>
  <p:cmAuthor id="756" name="未知用户380" initials="未" lastIdx="10" clrIdx="0"/>
  <p:cmAuthor id="757" name="未知用户381" initials="未" lastIdx="1" clrIdx="0"/>
  <p:cmAuthor id="758" name="未知用户382" initials="未" lastIdx="1" clrIdx="0"/>
  <p:cmAuthor id="759" name="未知用户383" initials="未" lastIdx="1" clrIdx="0"/>
  <p:cmAuthor id="760" name="未知用户384" initials="未" lastIdx="1" clrIdx="0"/>
  <p:cmAuthor id="244755184" name="安" initials="安" lastIdx="1" clrIdx="681"/>
  <p:cmAuthor id="761" name="未知用户294" initials="未" lastIdx="8" clrIdx="0"/>
  <p:cmAuthor id="762" name="未知用户385" initials="未" lastIdx="2" clrIdx="0"/>
  <p:cmAuthor id="763" name="未知用户386" initials="未" lastIdx="1" clrIdx="1"/>
  <p:cmAuthor id="764" name="未知用户429" initials="未" lastIdx="1" clrIdx="0"/>
  <p:cmAuthor id="6871913" name="红旗的理想" initials="红" lastIdx="273105" clrIdx="0"/>
  <p:cmAuthor id="765" name="王 曦" initials="王" lastIdx="1" clrIdx="13"/>
  <p:cmAuthor id="6871914" name="shq316" initials="s" lastIdx="2" clrIdx="2"/>
  <p:cmAuthor id="766" name="未知用户430" initials="未" lastIdx="2" clrIdx="0"/>
  <p:cmAuthor id="6871915" name="shq316@vod365.com" initials="s" lastIdx="3" clrIdx="3"/>
  <p:cmAuthor id="767" name="未知用户389" initials="未" lastIdx="1" clrIdx="0"/>
  <p:cmAuthor id="6871916" name="yang fengyu" initials="yf" lastIdx="1" clrIdx="4"/>
  <p:cmAuthor id="768" name="未知用户350" initials="未" lastIdx="1" clrIdx="0"/>
  <p:cmAuthor id="769" name="未知用户431" initials="未" lastIdx="1" clrIdx="0"/>
  <p:cmAuthor id="1411827" name="黄晓平" initials="黄" lastIdx="0" clrIdx="0"/>
  <p:cmAuthor id="770" name="未知用户351" initials="未" lastIdx="8" clrIdx="0"/>
  <p:cmAuthor id="1411828" name="徐琳00159163" initials="徐琳00159163" lastIdx="1" clrIdx="37"/>
  <p:cmAuthor id="771" name="未知用户432" initials="未" lastIdx="1" clrIdx="0"/>
  <p:cmAuthor id="1411829" name="任涛10036216" initials="任涛10036216" lastIdx="1" clrIdx="41"/>
  <p:cmAuthor id="772" name="未知用户392" initials="未" lastIdx="1" clrIdx="0"/>
  <p:cmAuthor id="1411830" name="唐 赛" initials="唐" lastIdx="1" clrIdx="45"/>
  <p:cmAuthor id="773" name="未知用户433" initials="未" lastIdx="1" clrIdx="0"/>
  <p:cmAuthor id="774" name="未知用户434" initials="未" lastIdx="1" clrIdx="0"/>
  <p:cmAuthor id="775" name="未知用户393" initials="未" lastIdx="11" clrIdx="0"/>
  <p:cmAuthor id="776" name="未知用户435" initials="未" lastIdx="7" clrIdx="1"/>
  <p:cmAuthor id="777" name="未知用户356" initials="未" lastIdx="1" clrIdx="2"/>
  <p:cmAuthor id="778" name="未知用户436" initials="未" lastIdx="1" clrIdx="0"/>
  <p:cmAuthor id="779" name="未知用户396" initials="未" lastIdx="1" clrIdx="0"/>
  <p:cmAuthor id="780" name="未知用户437" initials="未" lastIdx="1" clrIdx="1"/>
  <p:cmAuthor id="781" name="未知用户397" initials="未" lastIdx="1" clrIdx="0"/>
  <p:cmAuthor id="782" name="未知用户419" initials="未" lastIdx="1" clrIdx="0"/>
  <p:cmAuthor id="29922660" name="杨强" initials="杨" lastIdx="0" clrIdx="0"/>
  <p:cmAuthor id="783" name="未知用户399" initials="未" lastIdx="2" clrIdx="0"/>
  <p:cmAuthor id="29922661" name="檀晟 陈" initials="檀晟" lastIdx="1" clrIdx="10"/>
  <p:cmAuthor id="784" name="未知用户438" initials="未" lastIdx="7" clrIdx="1"/>
  <p:cmAuthor id="785" name="未知用户401" initials="未" lastIdx="43" clrIdx="1"/>
  <p:cmAuthor id="786" name="未知用户402" initials="未" lastIdx="1" clrIdx="0"/>
  <p:cmAuthor id="787" name="未知用户403" initials="未" lastIdx="1" clrIdx="0"/>
  <p:cmAuthor id="788" name="未知用户327" initials="未" lastIdx="1" clrIdx="0"/>
  <p:cmAuthor id="789" name="未知用户404" initials="未" lastIdx="1" clrIdx="0"/>
  <p:cmAuthor id="790" name="未知用户405" initials="未" lastIdx="1" clrIdx="0"/>
  <p:cmAuthor id="791" name="未知用户439" initials="未" lastIdx="2" clrIdx="0"/>
  <p:cmAuthor id="792" name="未知用户406" initials="未" lastIdx="0" clrIdx="0"/>
  <p:cmAuthor id="457678075" name="胡雅静" initials="胡" lastIdx="1" clrIdx="944"/>
  <p:cmAuthor id="793" name="未知用户440" initials="未" lastIdx="1" clrIdx="0"/>
  <p:cmAuthor id="794" name="未知用户441" initials="未" lastIdx="1" clrIdx="0"/>
  <p:cmAuthor id="795" name="未知用户442" initials="未" lastIdx="1" clrIdx="0"/>
  <p:cmAuthor id="796" name="未知用户409" initials="未" lastIdx="2" clrIdx="2"/>
  <p:cmAuthor id="797" name="未知用户443" initials="未" lastIdx="1" clrIdx="0"/>
  <p:cmAuthor id="798" name="未知用户411" initials="未" lastIdx="3" clrIdx="1"/>
  <p:cmAuthor id="799" name="未知用户444" initials="未" lastIdx="6" clrIdx="0"/>
  <p:cmAuthor id="800" name="未知用户413" initials="未" lastIdx="1" clrIdx="1"/>
  <p:cmAuthor id="801" name="未知用户445" initials="未" lastIdx="1" clrIdx="0"/>
  <p:cmAuthor id="802" name="未知用户446" initials="未" lastIdx="1" clrIdx="0"/>
  <p:cmAuthor id="803" name="未知用户447" initials="未" lastIdx="1" clrIdx="0"/>
  <p:cmAuthor id="804" name="未知用户448" initials="未" lastIdx="1" clrIdx="0"/>
  <p:cmAuthor id="805" name="未知用户333" initials="未" lastIdx="1" clrIdx="0"/>
  <p:cmAuthor id="428110010" name="烦" initials="烦" lastIdx="1" clrIdx="926"/>
  <p:cmAuthor id="806" name="未知用户417" initials="未" lastIdx="1" clrIdx="0"/>
  <p:cmAuthor id="807" name="未知用户449" initials="未" lastIdx="1" clrIdx="0"/>
  <p:cmAuthor id="808" name="未知用户418" initials="未" lastIdx="1" clrIdx="0"/>
  <p:cmAuthor id="459956061" name="阿勇" initials="阿" lastIdx="2" clrIdx="873"/>
  <p:cmAuthor id="809" name="未知用户450" initials="未" lastIdx="6" clrIdx="0"/>
  <p:cmAuthor id="810" name="未知用户423" initials="未" lastIdx="0" clrIdx="0"/>
  <p:cmAuthor id="811" name="未知用户424" initials="未" lastIdx="5" clrIdx="0"/>
  <p:cmAuthor id="812" name="未知用户425" initials="未" lastIdx="3" clrIdx="1"/>
  <p:cmAuthor id="813" name="未知用户451" initials="未" lastIdx="1" clrIdx="0"/>
  <p:cmAuthor id="814" name="未知用户452" initials="未" lastIdx="1" clrIdx="0"/>
  <p:cmAuthor id="815" name="未知用户453" initials="未" lastIdx="1" clrIdx="0"/>
  <p:cmAuthor id="816" name="未知用户454" initials="未" lastIdx="1" clrIdx="2"/>
  <p:cmAuthor id="817" name="未知用户455" initials="未" lastIdx="1" clrIdx="0"/>
  <p:cmAuthor id="818" name="未知用户456" initials="未" lastIdx="1" clrIdx="0"/>
  <p:cmAuthor id="819" name="未知用户457" initials="未" lastIdx="10" clrIdx="0"/>
  <p:cmAuthor id="820" name="未知用户458" initials="未" lastIdx="1" clrIdx="0"/>
  <p:cmAuthor id="821" name="風輕 雲淡" initials="風輕" lastIdx="1" clrIdx="511"/>
  <p:cmAuthor id="822" name="张 青山" initials="张" lastIdx="6" clrIdx="545"/>
  <p:cmAuthor id="823" name="张青山" initials="张青山" lastIdx="1" clrIdx="546"/>
  <p:cmAuthor id="824" name="王芃" initials="王" lastIdx="2" clrIdx="823"/>
  <p:cmAuthor id="825" name="mxk" initials="u" lastIdx="2" clrIdx="824"/>
  <p:cmAuthor id="826" name="86156" initials="8" lastIdx="1" clrIdx="825"/>
  <p:cmAuthor id="827" name="maosh" initials="m" lastIdx="1" clrIdx="826"/>
  <p:cmAuthor id="828" name="m1860" initials="m" lastIdx="7" clrIdx="827"/>
  <p:cmAuthor id="829" name="青春" initials="青" lastIdx="1" clrIdx="828"/>
  <p:cmAuthor id="830" name="郭胜飞" initials="郭" lastIdx="4" clrIdx="829"/>
  <p:cmAuthor id="831" name="xieyy25" initials="x" lastIdx="1" clrIdx="830"/>
  <p:cmAuthor id="832" name="黄鸿达" initials="黄" lastIdx="1" clrIdx="831"/>
  <p:cmAuthor id="833" name="吴斌" initials="吴" lastIdx="1" clrIdx="832"/>
  <p:cmAuthor id="834" name="进 揭" initials="进" lastIdx="1" clrIdx="87"/>
  <p:cmAuthor id="146566726" name="高飞" initials="高" lastIdx="0" clrIdx="0"/>
  <p:cmAuthor id="835" name="未知用户475" initials="未" lastIdx="0" clrIdx="0"/>
  <p:cmAuthor id="146566727" name="xzb1" initials="x" lastIdx="1" clrIdx="1"/>
  <p:cmAuthor id="836" name="user" initials="u" lastIdx="1" clrIdx="835"/>
  <p:cmAuthor id="837" name="apple" initials="a" lastIdx="1" clrIdx="836"/>
  <p:cmAuthor id="838" name="Miao" initials="M" lastIdx="1" clrIdx="837"/>
  <p:cmAuthor id="839" name="未知用户488" initials="未" lastIdx="10" clrIdx="0"/>
  <p:cmAuthor id="840" name="张博雅" initials="张" lastIdx="1" clrIdx="839"/>
  <p:cmAuthor id="841" name="未知用户477" initials="未" lastIdx="2" clrIdx="0"/>
  <p:cmAuthor id="842" name="刘文静" initials="刘" lastIdx="1" clrIdx="841"/>
  <p:cmAuthor id="843" name="10015046" initials="1" lastIdx="1" clrIdx="842"/>
  <p:cmAuthor id="844" name="38897" initials="3" lastIdx="1" clrIdx="843"/>
  <p:cmAuthor id="845" name="未知用户481" initials="未" lastIdx="10" clrIdx="0"/>
  <p:cmAuthor id="846" name="未知用户271" initials="未" lastIdx="1" clrIdx="0"/>
  <p:cmAuthor id="847" name="未知用户388" initials="未" lastIdx="1" clrIdx="0"/>
  <p:cmAuthor id="848" name="15042" initials="1" lastIdx="1" clrIdx="847"/>
  <p:cmAuthor id="849" name="未知用户224" initials="未" lastIdx="5" clrIdx="0"/>
  <p:cmAuthor id="850" name="未知用户486" initials="未" lastIdx="0" clrIdx="0"/>
  <p:cmAuthor id="851" name="魏天伟" initials="魏" lastIdx="1" clrIdx="850"/>
  <p:cmAuthor id="852" name="张宇" initials="张" lastIdx="2" clrIdx="851"/>
  <p:cmAuthor id="853" name="胡乐信" initials="胡" lastIdx="8" clrIdx="852"/>
  <p:cmAuthor id="854" name="guojingwen1" initials="g" lastIdx="1" clrIdx="853"/>
  <p:cmAuthor id="855" name="马莹" initials="马" lastIdx="2" clrIdx="854"/>
  <p:cmAuthor id="856" name="未知用户259" initials="未" lastIdx="1" clrIdx="0"/>
  <p:cmAuthor id="857" name="XIAN" initials="X" lastIdx="1" clrIdx="856"/>
  <p:cmAuthor id="858" name="shenyw18" initials="s" lastIdx="1" clrIdx="857"/>
  <p:cmAuthor id="859" name="huangyx39" initials="h" lastIdx="1" clrIdx="858"/>
  <p:cmAuthor id="860" name="牛紫薇" initials="牛" lastIdx="1" clrIdx="859"/>
  <p:cmAuthor id="861" name="lijx73" initials="l" lastIdx="1" clrIdx="860"/>
  <p:cmAuthor id="862" name="llm" initials="1" lastIdx="1" clrIdx="861"/>
  <p:cmAuthor id="863" name="陈礼波" initials="陈" lastIdx="2" clrIdx="862"/>
  <p:cmAuthor id="864" name="未知用户270" initials="未" lastIdx="1" clrIdx="0"/>
  <p:cmAuthor id="865" name="3930" initials="3" lastIdx="1" clrIdx="24"/>
  <p:cmAuthor id="866" name="刘泽思" initials="刘" lastIdx="1" clrIdx="865"/>
  <p:cmAuthor id="867" name="M7100z-win7" initials="M" lastIdx="1" clrIdx="6"/>
  <p:cmAuthor id="868" name="俊呈 賴" initials="俊" lastIdx="1" clrIdx="87"/>
  <p:cmAuthor id="869" name="baily" initials="b" lastIdx="1" clrIdx="868"/>
  <p:cmAuthor id="870" name="理者" initials="理" lastIdx="2" clrIdx="0"/>
  <p:cmAuthor id="1124605820" name="李红" initials="李" lastIdx="1" clrIdx="692"/>
  <p:cmAuthor id="871" name="Nero" initials="N" lastIdx="2" clrIdx="0"/>
  <p:cmAuthor id="1124605821" name="碳酸 碳酸" initials="碳碳" lastIdx="1" clrIdx="824"/>
  <p:cmAuthor id="872" name="yifan song" initials="y" lastIdx="1" clrIdx="85"/>
  <p:cmAuthor id="1124605822" name="rabbi" initials="r" lastIdx="1" clrIdx="1124605821"/>
  <p:cmAuthor id="873" name="吴萌" initials="吴" lastIdx="4" clrIdx="872"/>
  <p:cmAuthor id="874" name="zhaoyue46" initials="z" lastIdx="6" clrIdx="0"/>
  <p:cmAuthor id="875" name="v15194" initials="v" lastIdx="13" clrIdx="51"/>
  <p:cmAuthor id="876" name="莊安君" initials="莊" lastIdx="1" clrIdx="65"/>
  <p:cmAuthor id="877" name="王燕" initials="王" lastIdx="1" clrIdx="876"/>
  <p:cmAuthor id="878" name="杨岚 00340308" initials="0" lastIdx="2" clrIdx="877"/>
  <p:cmAuthor id="879" name="陳建璋" initials="陳" lastIdx="2" clrIdx="85"/>
  <p:cmAuthor id="880" name="建璋" initials="建" lastIdx="1" clrIdx="86"/>
  <p:cmAuthor id="881" name="王皓天" initials="A" lastIdx="1" clrIdx="880"/>
  <p:cmAuthor id="882" name="77482" initials="7" lastIdx="2" clrIdx="548"/>
  <p:cmAuthor id="883" name="未知用户265" initials="未" lastIdx="2" clrIdx="0"/>
  <p:cmAuthor id="884" name="未知用户267" initials="未" lastIdx="1" clrIdx="0"/>
  <p:cmAuthor id="885" name="liuxie" initials="l" lastIdx="1" clrIdx="588"/>
  <p:cmAuthor id="886" name="张因然10112423" initials="1" lastIdx="1" clrIdx="885"/>
  <p:cmAuthor id="887" name="未知用户241" initials="未" lastIdx="0" clrIdx="1"/>
  <p:cmAuthor id="888" name="未知用户242" initials="未" lastIdx="3" clrIdx="0"/>
  <p:cmAuthor id="889" name="tsc" initials="l" lastIdx="1" clrIdx="888"/>
  <p:cmAuthor id="829241606" name="小帅" initials="小" lastIdx="2" clrIdx="868"/>
  <p:cmAuthor id="890" name="未知用户227" initials="未" lastIdx="1" clrIdx="0"/>
  <p:cmAuthor id="891" name="未知用户298" initials="未" lastIdx="1" clrIdx="0"/>
  <p:cmAuthor id="892" name="未知用户299" initials="未" lastIdx="1" clrIdx="0"/>
  <p:cmAuthor id="893" name="xq" initials="x" lastIdx="2" clrIdx="11"/>
  <p:cmAuthor id="894" name="未知用户302" initials="未" lastIdx="1" clrIdx="0"/>
  <p:cmAuthor id="895" name="10009993" initials="1" lastIdx="1" clrIdx="894"/>
  <p:cmAuthor id="896" name="hasee" initials="h" lastIdx="1" clrIdx="0"/>
  <p:cmAuthor id="897" name="10023731" initials="1" lastIdx="1" clrIdx="896"/>
  <p:cmAuthor id="898" name="許詩婕" initials="許" lastIdx="1" clrIdx="1"/>
  <p:cmAuthor id="899" name="00083425" initials="0" lastIdx="1" clrIdx="898"/>
  <p:cmAuthor id="900" name="minil" initials="m" lastIdx="4" clrIdx="589"/>
  <p:cmAuthor id="901" name="15106" initials="1" lastIdx="4" clrIdx="0"/>
  <p:cmAuthor id="902" name="10225611" initials="1" lastIdx="1" clrIdx="901"/>
  <p:cmAuthor id="904" name="Zhu, Hawk" initials="Z" lastIdx="1" clrIdx="0"/>
  <p:cmAuthor id="905" name="tanjp" initials="t" lastIdx="0" clrIdx="491"/>
  <p:cmAuthor id="879704533" name="张百峰" initials="张" lastIdx="1" clrIdx="884"/>
  <p:cmAuthor id="906" name="YS" initials="Y" lastIdx="1" clrIdx="86"/>
  <p:cmAuthor id="879704534" name="沈 营超" initials="沈" lastIdx="3" clrIdx="762110855"/>
  <p:cmAuthor id="907" name="old king" initials="o" lastIdx="1" clrIdx="44"/>
  <p:cmAuthor id="908" name="10285279" initials="1" lastIdx="1" clrIdx="907"/>
  <p:cmAuthor id="909" name="陈晓伟" initials="陈" lastIdx="1" clrIdx="908"/>
  <p:cmAuthor id="910" name="Jdi" initials="J" lastIdx="0" clrIdx="0"/>
  <p:cmAuthor id="762110854" name="Steve" initials="S" lastIdx="1" clrIdx="372"/>
  <p:cmAuthor id="911" name="未知用户337" initials="未" lastIdx="1" clrIdx="0"/>
  <p:cmAuthor id="762110855" name="SJ" initials="S" lastIdx="1" clrIdx="762110854"/>
  <p:cmAuthor id="912" name="未知用户239" initials="未" lastIdx="3" clrIdx="0"/>
  <p:cmAuthor id="762110856" name="袁毓蔓" initials="袁" lastIdx="4" clrIdx="762110855"/>
  <p:cmAuthor id="913" name="chenmh" initials="c" lastIdx="1" clrIdx="85"/>
  <p:cmAuthor id="914" name="CVTEr" initials="C" lastIdx="1" clrIdx="0"/>
  <p:cmAuthor id="915" name="June C" initials="J" lastIdx="1" clrIdx="4"/>
  <p:cmAuthor id="916" name="00270" initials="0" lastIdx="1" clrIdx="0"/>
  <p:cmAuthor id="917" name="IBM_USER" initials="I" lastIdx="4" clrIdx="1"/>
  <p:cmAuthor id="918" name="aa" initials="a" lastIdx="10" clrIdx="9"/>
  <p:cmAuthor id="919" name="shinevin liu" initials="s" lastIdx="1" clrIdx="3"/>
  <p:cmAuthor id="920" name="Davidpeng" initials="D" lastIdx="1" clrIdx="10"/>
  <p:cmAuthor id="921" name="dbc" initials="d" lastIdx="2" clrIdx="0"/>
  <p:cmAuthor id="922" name="吴军影" initials="吴" lastIdx="10" clrIdx="0"/>
  <p:cmAuthor id="923" name="冯学沛" initials="冯" lastIdx="1" clrIdx="1"/>
  <p:cmAuthor id="924" name="杨 超" initials="杨" lastIdx="1" clrIdx="3"/>
  <p:cmAuthor id="925" name="linjs26" initials="l" lastIdx="2" clrIdx="924"/>
  <p:cmAuthor id="926" name="Rex" initials="R" lastIdx="0" clrIdx="0"/>
  <p:cmAuthor id="927" name="张晓燕(内蒙古巴彦淖尔)" initials="张" lastIdx="1" clrIdx="0"/>
  <p:cmAuthor id="928" name="王凯" initials="王" lastIdx="1" clrIdx="0"/>
  <p:cmAuthor id="929" name="沈琪-pbj" initials="沈" lastIdx="1" clrIdx="0"/>
  <p:cmAuthor id="930" name="10023579" initials="1" lastIdx="1" clrIdx="929"/>
  <p:cmAuthor id="931" name="00025099" initials="0" lastIdx="1" clrIdx="930"/>
  <p:cmAuthor id="932" name="LUO CHENG" initials="L" lastIdx="1" clrIdx="0"/>
  <p:cmAuthor id="933" name="scx" initials="s" lastIdx="1" clrIdx="0"/>
  <p:cmAuthor id="934" name="shenyanning-001" initials="s" lastIdx="8" clrIdx="0"/>
  <p:cmAuthor id="935" name="lipengfei01111@outlook.com" initials="l" lastIdx="1" clrIdx="0"/>
  <p:cmAuthor id="936" name="ZTEczq" initials="1" lastIdx="1" clrIdx="935"/>
  <p:cmAuthor id="937" name="Evander Wan" initials="E" lastIdx="7" clrIdx="1"/>
  <p:cmAuthor id="938" name="10158184" initials="1" lastIdx="1" clrIdx="401"/>
  <p:cmAuthor id="939" name="gaojl61" initials="g" lastIdx="1" clrIdx="938"/>
  <p:cmAuthor id="940" name="10329322" initials="1" lastIdx="1" clrIdx="939"/>
  <p:cmAuthor id="941" name="王书珍" initials="王" lastIdx="1" clrIdx="1"/>
  <p:cmAuthor id="942" name="何兴胜" initials="何" lastIdx="3" clrIdx="0"/>
  <p:cmAuthor id="943" name="薛明" initials="一" lastIdx="2" clrIdx="942"/>
  <p:cmAuthor id="944" name="hh" initials="h" lastIdx="1" clrIdx="0"/>
  <p:cmAuthor id="292135468" name="JIANG QUN" initials="J" lastIdx="1" clrIdx="637"/>
  <p:cmAuthor id="945" name="273839920@qq.com" initials="2" lastIdx="1" clrIdx="0"/>
  <p:cmAuthor id="946" name="emil" initials="e" lastIdx="1" clrIdx="945"/>
  <p:cmAuthor id="948" name="邱倩琳" initials="邱" lastIdx="1" clrIdx="947"/>
  <p:cmAuthor id="949" name="靖千 罗" initials="靖" lastIdx="1" clrIdx="82"/>
  <p:cmAuthor id="950" name="舒迪" initials="舒" lastIdx="2" clrIdx="0"/>
  <p:cmAuthor id="951" name="qianyang03" initials="1" lastIdx="1" clrIdx="950"/>
  <p:cmAuthor id="952" name="liuc211" initials="l" lastIdx="1" clrIdx="951"/>
  <p:cmAuthor id="953" name="武志明" initials="武" lastIdx="1" clrIdx="952"/>
  <p:cmAuthor id="954" name="10100374" initials="1" lastIdx="1" clrIdx="953"/>
  <p:cmAuthor id="955" name="陈豪" initials="陈" lastIdx="1" clrIdx="954"/>
  <p:cmAuthor id="287643681" name="殷格非" initials="殷" lastIdx="2" clrIdx="0"/>
  <p:cmAuthor id="956" name="hanwen luo" initials="h" lastIdx="1" clrIdx="33"/>
  <p:cmAuthor id="287643682" name="z r" initials="zr" lastIdx="5" clrIdx="12"/>
  <p:cmAuthor id="957" name="Cpic" initials="C" lastIdx="0" clrIdx="0"/>
  <p:cmAuthor id="287643683" name="8310" initials="8" lastIdx="1" clrIdx="35"/>
  <p:cmAuthor id="958" name="刘明喜10037561" initials="刘明喜10037561" lastIdx="0" clrIdx="957"/>
  <p:cmAuthor id="287643684" name="Aqf" initials="A" lastIdx="1" clrIdx="36"/>
  <p:cmAuthor id="959" name="小田" initials="小" lastIdx="1" clrIdx="0"/>
  <p:cmAuthor id="234495212" name="DDDDD" initials="D" lastIdx="1" clrIdx="806"/>
  <p:cmAuthor id="287643685" name="13709759491@139.com" initials="1" lastIdx="1" clrIdx="49"/>
  <p:cmAuthor id="960" name="刘 念" initials="刘" lastIdx="2" clrIdx="35"/>
  <p:cmAuthor id="287643686" name="zhao jia" initials="zj" lastIdx="1" clrIdx="47"/>
  <p:cmAuthor id="961" name="Wangzhi gang" initials="W" lastIdx="1" clrIdx="0"/>
  <p:cmAuthor id="287643687" name="cheng" initials="c" lastIdx="13" clrIdx="0"/>
  <p:cmAuthor id="962" name="庄伟铭zwm136200" initials="庄" lastIdx="1" clrIdx="1"/>
  <p:cmAuthor id="287643688" name="方少_UbQfrimU" initials="authorId_442114952" lastIdx="0" clrIdx="0"/>
  <p:cmAuthor id="963" name="张 凯" initials="张" lastIdx="1" clrIdx="34"/>
  <p:cmAuthor id="287643689" name="叶盛_Q3A3IfEf" initials="authorId_506280334" lastIdx="0" clrIdx="0"/>
  <p:cmAuthor id="964" name="喰?" initials="喰" lastIdx="20" clrIdx="0"/>
  <p:cmAuthor id="287643690" name="Harley._bEJrUJ7r" initials="authorId_432156705" lastIdx="0" clrIdx="0"/>
  <p:cmAuthor id="965" name="CNTP" initials="C" lastIdx="2" clrIdx="118"/>
  <p:cmAuthor id="287643691" name="罗平_VB7vJb2E" initials="authorId_305049361" lastIdx="0" clrIdx="0"/>
  <p:cmAuthor id="966" name="李柯然" initials="李" lastIdx="1" clrIdx="0"/>
  <p:cmAuthor id="287643692" name="xixi_nUjqe22E" initials="authorId_359229261" lastIdx="0" clrIdx="0"/>
  <p:cmAuthor id="287643693" name="安安_zm6nYnYZ" initials="authorId_347340296" lastIdx="0" clrIdx="0"/>
  <p:cmAuthor id="968" name="Goodbobo" initials="G" lastIdx="1" clrIdx="967"/>
  <p:cmAuthor id="287643694" name="nature_emInFJF7" initials="authorId_313163542" lastIdx="0" clrIdx="0"/>
  <p:cmAuthor id="969" name="王玉" initials="王" lastIdx="1" clrIdx="0"/>
  <p:cmAuthor id="287643695" name="杨思思_VNjyvY7j" initials="authorId_430925712" lastIdx="0" clrIdx="0"/>
  <p:cmAuthor id="970" name="Ming Zuo" initials="M" lastIdx="1" clrIdx="0"/>
  <p:cmAuthor id="287643696" name="周君_MfIffYra" initials="authorId_375419134" lastIdx="0" clrIdx="0"/>
  <p:cmAuthor id="971" name="FR" initials="F" lastIdx="1" clrIdx="93"/>
  <p:cmAuthor id="972" name="Office User" initials="O" lastIdx="1" clrIdx="94"/>
  <p:cmAuthor id="973" name="张星-lgd" initials="张" lastIdx="5" clrIdx="0"/>
  <p:cmAuthor id="974" name="dreamsummit" initials="d" lastIdx="1" clrIdx="0"/>
  <p:cmAuthor id="975" name="张 博" initials="张" lastIdx="1" clrIdx="0"/>
  <p:cmAuthor id="976" name="LS" initials="L" lastIdx="1" clrIdx="0"/>
  <p:cmAuthor id="977" name="2819264246@qq.com" initials="2" lastIdx="1" clrIdx="22"/>
  <p:cmAuthor id="978" name="Morgan, Aaron" initials="M" lastIdx="3" clrIdx="1"/>
  <p:cmAuthor id="979" name="weige" initials="w" lastIdx="2" clrIdx="0"/>
  <p:cmAuthor id="981" name="李 俊琦" initials="李" lastIdx="1" clrIdx="0"/>
  <p:cmAuthor id="210492765" name="施普希（菜菜）" initials="施" lastIdx="0" clrIdx="0"/>
  <p:cmAuthor id="982" name="沈 鹤" initials="沈" lastIdx="1" clrIdx="5"/>
  <p:cmAuthor id="210492766" name="yu 1" initials="y1" lastIdx="1" clrIdx="19"/>
  <p:cmAuthor id="983" name="jilin" initials="j" lastIdx="20" clrIdx="0"/>
  <p:cmAuthor id="210492767" name="李 嘉" initials="李" lastIdx="1" clrIdx="26"/>
  <p:cmAuthor id="984" name="王保青-pah" initials="王" lastIdx="0" clrIdx="0"/>
  <p:cmAuthor id="210492768" name="gus9@chinaunicom.cn" initials="g" lastIdx="4" clrIdx="27"/>
  <p:cmAuthor id="985" name="Luo Mingjie" initials="L" lastIdx="0" clrIdx="0"/>
  <p:cmAuthor id="381437688" name="谢学斌" initials="谢"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6" name="admini" initials="a" lastIdx="2" clrIdx="0"/>
  <p:cmAuthor id="997" name="Maggie" initials="M" lastIdx="1" clrIdx="0"/>
  <p:cmAuthor id="286894748" name="李渝" initials="李" lastIdx="1" clrIdx="358"/>
  <p:cmAuthor id="523898702" name="谢海明" initials="谢" lastIdx="1" clrIdx="672"/>
  <p:cmAuthor id="1006" name="UOS" initials="U" lastIdx="1" clrIdx="1005"/>
  <p:cmAuthor id="1012" name="苗文香" initials="苗" lastIdx="0" clrIdx="1011"/>
  <p:cmAuthor id="1023" name="张艳" initials="张" lastIdx="0" clrIdx="1022"/>
  <p:cmAuthor id="417471446" name="GBL" initials="G" lastIdx="2" clrIdx="898"/>
  <p:cmAuthor id="426796441" name="段甜甜" initials="段" lastIdx="1" clrIdx="874"/>
  <p:cmAuthor id="977340790" name="Mmm" initials="M" lastIdx="22" clrIdx="853"/>
  <p:cmAuthor id="977340791" name="成思远" initials="成" lastIdx="1" clrIdx="977340790"/>
  <p:cmAuthor id="776829870" name="WPS_1580452479" initials="W" lastIdx="2" clrIdx="122"/>
  <p:cmAuthor id="1063" name="zdl" initials="z" lastIdx="0" clrIdx="1062"/>
  <p:cmAuthor id="49837067" name="刘浩" initials="刘" lastIdx="180431" clrIdx="0"/>
  <p:cmAuthor id="49837068" name="Vivian Liu" initials="VL" lastIdx="1" clrIdx="1"/>
  <p:cmAuthor id="49837069" name="liu tingting" initials="lt" lastIdx="1" clrIdx="137"/>
  <p:cmAuthor id="49837070" name="伟哥" initials="伟哥" lastIdx="1" clrIdx="138"/>
  <p:cmAuthor id="49837071" name="YY" initials="Y" lastIdx="1" clrIdx="176"/>
  <p:cmAuthor id="1459057800" name="丰先生" initials="丰" lastIdx="1" clrIdx="674"/>
  <p:cmAuthor id="49837072" name="Tian Liangyu" initials="TL" lastIdx="1" clrIdx="210"/>
  <p:cmAuthor id="49837073" name="sk" initials="s" lastIdx="1" clrIdx="735"/>
  <p:cmAuthor id="49837074" name="佳" initials="佳" lastIdx="1" clrIdx="210"/>
  <p:cmAuthor id="49837075" name="孙 鹏" initials="孙" lastIdx="1" clrIdx="746"/>
  <p:cmAuthor id="49837076" name="肖琼" initials="肖琼" lastIdx="1" clrIdx="453"/>
  <p:cmAuthor id="8535702" name="曾蓓/贝贝" initials="曾" lastIdx="0" clrIdx="0"/>
  <p:cmAuthor id="991434852" name="姗SHAN" initials="姗" lastIdx="1" clrIdx="678"/>
  <p:cmAuthor id="991434853" name="38113" initials="3" lastIdx="3" clrIdx="991434852"/>
  <p:cmAuthor id="991434854" name="任龙飞" initials="任" lastIdx="6" clrIdx="991434853"/>
  <p:cmAuthor id="478670469" name="irina_s" initials="i" lastIdx="1" clrIdx="76"/>
  <p:cmAuthor id="1113" name="徐秀" initials="徐" lastIdx="1" clrIdx="1112"/>
  <p:cmAuthor id="257877136" name="烬飞默途" initials="烬" lastIdx="1" clrIdx="809"/>
  <p:cmAuthor id="1155" name="LEE1411733277" initials="L" lastIdx="0" clrIdx="1154"/>
  <p:cmAuthor id="986467252" name="zhouzaihuan" initials="z" lastIdx="1" clrIdx="0"/>
  <p:cmAuthor id="288705279" name="国家一级注册小仙女®" initials="国" lastIdx="1" clrIdx="361"/>
  <p:cmAuthor id="1169" name="未定义" initials="未" lastIdx="0" clrIdx="1168"/>
  <p:cmAuthor id="426372413" name="王红智" initials="王" lastIdx="2" clrIdx="657"/>
  <p:cmAuthor id="1170" name="未知用户2" initials="未" lastIdx="0" clrIdx="1169"/>
  <p:cmAuthor id="1171" name="Roger" initials="R" lastIdx="0" clrIdx="1170"/>
  <p:cmAuthor id="1173" name="Hans Neff" initials="HN" lastIdx="0" clrIdx="1172"/>
  <p:cmAuthor id="1176" name="陈 征" initials="陈" lastIdx="0" clrIdx="1175"/>
  <p:cmAuthor id="1178" name="宋娟00023810" initials="宋娟00023810" lastIdx="0" clrIdx="1177"/>
  <p:cmAuthor id="1179" name="10000509" initials="1" lastIdx="0" clrIdx="1178"/>
  <p:cmAuthor id="1180" name="fengs31" initials="f" lastIdx="0" clrIdx="1179"/>
  <p:cmAuthor id="1183" name="何富军" initials="何" lastIdx="0" clrIdx="1182"/>
  <p:cmAuthor id="1184" name="闫秀丽" initials="闫" lastIdx="0" clrIdx="1183"/>
  <p:cmAuthor id="1186" name="周明" initials="l" lastIdx="0" clrIdx="1185"/>
  <p:cmAuthor id="1187" name="张静" initials="z" lastIdx="0" clrIdx="1186"/>
  <p:cmAuthor id="1188" name="胡云龙" initials="胡" lastIdx="0" clrIdx="1187"/>
  <p:cmAuthor id="1189" name="周志浩" initials="Edmond" lastIdx="0" clrIdx="1188"/>
  <p:cmAuthor id="1190" name="Xing Zhang" initials="XZ" lastIdx="0" clrIdx="1189"/>
  <p:cmAuthor id="1191" name="Jet 张" initials="J张" lastIdx="0" clrIdx="1190"/>
  <p:cmAuthor id="1192" name="gd-zengxy10@outlook.com" initials="g" lastIdx="0" clrIdx="1191"/>
  <p:cmAuthor id="1193" name="AW" initials="A" lastIdx="0" clrIdx="1192"/>
  <p:cmAuthor id="1194" name="lixr110" initials="l" lastIdx="0" clrIdx="1193"/>
  <p:cmAuthor id="1195" name="A4512" initials="A" lastIdx="0" clrIdx="1194"/>
  <p:cmAuthor id="1196" name="郭俊明" initials="WU" lastIdx="0" clrIdx="1195"/>
  <p:cmAuthor id="1197" name="chen trista" initials="ct" lastIdx="0" clrIdx="1196"/>
  <p:cmAuthor id="1198" name="李岩（IT）" initials="李" lastIdx="0" clrIdx="1197"/>
  <p:cmAuthor id="1199" name="changwei" initials="c" lastIdx="0" clrIdx="1198"/>
  <p:cmAuthor id="1200" name="周辉" initials="周" lastIdx="0" clrIdx="1199"/>
  <p:cmAuthor id="1201" name="ccb" initials="c" lastIdx="0" clrIdx="1200"/>
  <p:cmAuthor id="1202" name="多丽娅" initials="多" lastIdx="0" clrIdx="1201"/>
  <p:cmAuthor id="1203" name="sx_xuzx" initials="s" lastIdx="0" clrIdx="1202"/>
  <p:cmAuthor id="1204" name="25720" initials="2" lastIdx="0" clrIdx="1203"/>
  <p:cmAuthor id="1205" name="tplife" initials="t" lastIdx="0" clrIdx="1204"/>
  <p:cmAuthor id="1206" name="MI" initials="M" lastIdx="0" clrIdx="1205"/>
  <p:cmAuthor id="1207" name="孟 昕" initials="孟" lastIdx="0" clrIdx="1206"/>
  <p:cmAuthor id="1208" name="黄忠孝" initials="黄" lastIdx="0" clrIdx="1207"/>
  <p:cmAuthor id="1209" name="Redeker, Yolanda" initials="R" lastIdx="0" clrIdx="1208"/>
  <p:cmAuthor id="1210" name="LENOVO" initials="L" lastIdx="0" clrIdx="1209"/>
  <p:cmAuthor id="1211" name="zhangxy833" initials="z" lastIdx="0" clrIdx="1210"/>
  <p:cmAuthor id="1212" name="suochuqiao" initials="s" lastIdx="0" clrIdx="1211"/>
  <p:cmAuthor id="1213" name="Tao, Sherry Sitong" initials="T" lastIdx="0" clrIdx="1212"/>
  <p:cmAuthor id="1214" name="赵永杰" initials="赵" lastIdx="0" clrIdx="1213"/>
  <p:cmAuthor id="1243155727" name="XiaoMing" initials="X" lastIdx="1" clrIdx="660"/>
  <p:cmAuthor id="1215" name="Xin Wang (IB)" initials="X" lastIdx="0" clrIdx="1214"/>
  <p:cmAuthor id="1216" name="hj" initials="h" lastIdx="0" clrIdx="1215"/>
  <p:cmAuthor id="1217" name="IKKI" initials="I" lastIdx="0" clrIdx="1216"/>
  <p:cmAuthor id="1218" name="於宝泉" initials="於" lastIdx="0" clrIdx="1217"/>
  <p:cmAuthor id="1219" name="CAOH16" initials="C" lastIdx="0" clrIdx="1218"/>
  <p:cmAuthor id="1220" name="limy709" initials="l" lastIdx="0" clrIdx="1219"/>
  <p:cmAuthor id="1221" name="10033224" initials="1" lastIdx="0" clrIdx="1220"/>
  <p:cmAuthor id="724625022" name="晶" initials="晶" lastIdx="1" clrIdx="664"/>
  <p:cmAuthor id="1222" name="屈克" initials="屈" lastIdx="0" clrIdx="1221"/>
  <p:cmAuthor id="1223" name="马媛" initials="马" lastIdx="0" clrIdx="1222"/>
  <p:cmAuthor id="1224" name="刘红星" initials="刘" lastIdx="0" clrIdx="1223"/>
  <p:cmAuthor id="1225" name="Lenovo" initials="L" lastIdx="0" clrIdx="1224"/>
  <p:cmAuthor id="1226" name="86186" initials="8" lastIdx="0" clrIdx="1225"/>
  <p:cmAuthor id="1227" name="zhangy1023" initials="z" lastIdx="0" clrIdx="1226"/>
  <p:cmAuthor id="1228" name="未知的使用者77" initials="" lastIdx="0" clrIdx="1227"/>
  <p:cmAuthor id="1229" name="未知的使用者78" initials="" lastIdx="0" clrIdx="1228"/>
  <p:cmAuthor id="1230" name="10285602" initials="1" lastIdx="0" clrIdx="1229"/>
  <p:cmAuthor id="1231" name="未知用户51" initials="" lastIdx="0" clrIdx="1230"/>
  <p:cmAuthor id="1232" name="李雪清" initials="李" lastIdx="0" clrIdx="1231"/>
  <p:cmAuthor id="1233" name="未知的使用者83" initials="" lastIdx="0" clrIdx="1232"/>
  <p:cmAuthor id="1234" name="韩国鹏" initials="A" lastIdx="0" clrIdx="1233"/>
  <p:cmAuthor id="1235" name="y x" initials="yx" lastIdx="0" clrIdx="1234"/>
  <p:cmAuthor id="1236" name="未知的使用者98" initials="" lastIdx="0" clrIdx="1235"/>
  <p:cmAuthor id="1237" name="康孟海" initials="kangmh6" lastIdx="0" clrIdx="1236"/>
  <p:cmAuthor id="1238" name="zheng zheng" initials="zz" lastIdx="0" clrIdx="1237"/>
  <p:cmAuthor id="1239" name="微软用户" initials="" lastIdx="0" clrIdx="1238"/>
  <p:cmAuthor id="1240" name="mu zi" initials="mz" lastIdx="0" clrIdx="1239"/>
  <p:cmAuthor id="413571581" name="城" initials="城" lastIdx="1" clrIdx="824"/>
  <p:cmAuthor id="1241" name="Master 3L" initials="M3" lastIdx="0" clrIdx="1240"/>
  <p:cmAuthor id="1242" name="Gaofugui(Jiangsu,NPS)" initials="G" lastIdx="0" clrIdx="1241"/>
  <p:cmAuthor id="1243" name="黄婉莹" initials="黄" lastIdx="0" clrIdx="1242"/>
  <p:cmAuthor id="1244" name="张磊" initials="张磊" lastIdx="0" clrIdx="1243"/>
  <p:cmAuthor id="1245" name="崔彤欣" initials="崔" lastIdx="0" clrIdx="1244"/>
  <p:cmAuthor id="1246" name="甄真" initials="甄" lastIdx="0" clrIdx="1245"/>
  <p:cmAuthor id="1247" name="沈阳" initials="沈" lastIdx="0" clrIdx="1246"/>
  <p:cmAuthor id="1248" name="Unknown User69" initials="U" lastIdx="0" clrIdx="1247"/>
  <p:cmAuthor id="1249" name="赵刚" initials="赵" lastIdx="0" clrIdx="1248"/>
  <p:cmAuthor id="1250" name="hqm-liuwp19" initials="h" lastIdx="0" clrIdx="1249"/>
  <p:cmAuthor id="1251" name="武晓红" initials="武" lastIdx="0" clrIdx="1250"/>
  <p:cmAuthor id="1252" name="仝德志" initials="仝" lastIdx="0" clrIdx="1251"/>
  <p:cmAuthor id="1253" name="PC" initials="P" lastIdx="0" clrIdx="1252"/>
  <p:cmAuthor id="1254" name="未知的使用者183" initials="未" lastIdx="0" clrIdx="1253"/>
  <p:cmAuthor id="1255" name="ChZ" initials="C" lastIdx="0" clrIdx="1254"/>
  <p:cmAuthor id="1256" name="王奎" initials="王" lastIdx="0" clrIdx="1255"/>
  <p:cmAuthor id="1257" name="未知的使用者161" initials="未" lastIdx="0" clrIdx="1256"/>
  <p:cmAuthor id="1258" name="未知的使用者152" initials="未" lastIdx="0" clrIdx="1257"/>
  <p:cmAuthor id="1259" name="未知的使用者184" initials="未" lastIdx="0" clrIdx="1258"/>
  <p:cmAuthor id="1260" name="未知的使用者186" initials="未" lastIdx="0" clrIdx="1259"/>
  <p:cmAuthor id="1261" name="未知的使用者170" initials="未" lastIdx="0" clrIdx="1260"/>
  <p:cmAuthor id="1262" name="未知的使用者142" initials="未" lastIdx="0" clrIdx="1261"/>
  <p:cmAuthor id="1263" name="未知的使用者143" initials="未" lastIdx="0" clrIdx="1262"/>
  <p:cmAuthor id="826773664" name="marmot" initials="m" lastIdx="1" clrIdx="667"/>
  <p:cmAuthor id="1264" name="Mjf" initials="M" lastIdx="0" clrIdx="1263"/>
  <p:cmAuthor id="826773665" name="Zhangjiayi(Eason,GD NATD)" initials="ZN" lastIdx="1" clrIdx="708433801"/>
  <p:cmAuthor id="1265" name="张薇薇" initials="WZ" lastIdx="0" clrIdx="1264"/>
  <p:cmAuthor id="1266" name="未知用户3" initials="未" lastIdx="0" clrIdx="1265"/>
  <p:cmAuthor id="1267" name="yuxue" initials="y" lastIdx="0" clrIdx="1266"/>
  <p:cmAuthor id="1268" name="李锦" initials="李" lastIdx="0" clrIdx="1267"/>
  <p:cmAuthor id="1269" name="Tseng, Melanie" initials="T" lastIdx="0" clrIdx="1268"/>
  <p:cmAuthor id="1270" name="weijj52" initials="w" lastIdx="0" clrIdx="1269"/>
  <p:cmAuthor id="1271" name="王凯10177225" initials="王凯10177225" lastIdx="0" clrIdx="1270"/>
  <p:cmAuthor id="1272" name="t2025" initials="t" lastIdx="0" clrIdx="1271"/>
  <p:cmAuthor id="1273" name="徐芳" initials="徐" lastIdx="0" clrIdx="1272"/>
  <p:cmAuthor id="1274" name="许嘉珍" initials="u" lastIdx="0" clrIdx="1273"/>
  <p:cmAuthor id="1275" name="Charley" initials="C" lastIdx="0" clrIdx="1274"/>
  <p:cmAuthor id="1276" name="bay" initials="b" lastIdx="0" clrIdx="1275"/>
  <p:cmAuthor id="1277" name="未知的使用者4" initials="未" lastIdx="0" clrIdx="1276"/>
  <p:cmAuthor id="1278" name="yuanjy" initials="y" lastIdx="0" clrIdx="1277"/>
  <p:cmAuthor id="1279" name="刘凯铃" initials="刘" lastIdx="0" clrIdx="1278"/>
  <p:cmAuthor id="1280" name="guocc" initials="g" lastIdx="0" clrIdx="1279"/>
  <p:cmAuthor id="1281" name="未知的使用者2" initials="未" lastIdx="0" clrIdx="1280"/>
  <p:cmAuthor id="1282" name="zhangxc210" initials="z" lastIdx="0" clrIdx="1281"/>
  <p:cmAuthor id="1283" name="未知的使用者21" initials="未" lastIdx="0" clrIdx="1282"/>
  <p:cmAuthor id="1284" name="zhangjj" initials="z" lastIdx="0" clrIdx="1283"/>
  <p:cmAuthor id="1285" name="Shirley" initials="S" lastIdx="0" clrIdx="1284"/>
  <p:cmAuthor id="1286" name="changlu" initials="c" lastIdx="0" clrIdx="1285"/>
  <p:cmAuthor id="1287" name="wumeng" initials="w" lastIdx="0" clrIdx="1286"/>
  <p:cmAuthor id="1288" name="未知用户84" initials="未知用户84" lastIdx="0" clrIdx="1287"/>
  <p:cmAuthor id="1289" name="未知用户138" initials="未知用户138" lastIdx="0" clrIdx="1288"/>
  <p:cmAuthor id="1290" name="廖麗華" initials="廖" lastIdx="0" clrIdx="1289"/>
  <p:cmAuthor id="1291" name="未知用户129" initials="未知用户129" lastIdx="0" clrIdx="1290"/>
  <p:cmAuthor id="1292" name="Admin" initials="A" lastIdx="0" clrIdx="1291"/>
  <p:cmAuthor id="1293" name="云成龙_JVVjiM7N" initials="authorId_318141806" lastIdx="0" clrIdx="1292"/>
  <p:cmAuthor id="1294" name="zhang erchao" initials="ze" lastIdx="0" clrIdx="1293"/>
  <p:cmAuthor id="1295" name="whpaul" initials="w" lastIdx="0" clrIdx="1294"/>
  <p:cmAuthor id="1296" name="kf" initials="k" lastIdx="0" clrIdx="1295"/>
  <p:cmAuthor id="1297" name="王智明" initials="王" lastIdx="0" clrIdx="1296"/>
  <p:cmAuthor id="1298" name="BAIXX11" initials="W用" lastIdx="0" clrIdx="1297"/>
  <p:cmAuthor id="1299" name="赵晨斌" initials="赵" lastIdx="0" clrIdx="1298"/>
  <p:cmAuthor id="1300" name="shi jinuyu" initials="sj" lastIdx="0" clrIdx="1299"/>
  <p:cmAuthor id="1301" name="unilabs" initials="u" lastIdx="0" clrIdx="1300"/>
  <p:cmAuthor id="1302" name="sunyi1" initials="s" lastIdx="0" clrIdx="1301"/>
  <p:cmAuthor id="1303" name="Roet-Reinking, Nathalie" initials="R" lastIdx="0" clrIdx="1302"/>
  <p:cmAuthor id="1304" name="beibei" initials="b" lastIdx="0" clrIdx="1303"/>
  <p:cmAuthor id="1305" name="孔琦璟" initials="kqj" lastIdx="0" clrIdx="1304"/>
  <p:cmAuthor id="1306" name="sh-fanjunjie" initials="s" lastIdx="0" clrIdx="1305"/>
  <p:cmAuthor id="1307" name="wangjiarui" initials="w" lastIdx="0" clrIdx="1306"/>
  <p:cmAuthor id="1308" name="周晓霞" initials="周" lastIdx="0" clrIdx="1307"/>
  <p:cmAuthor id="1309" name="chenyuan" initials="c" lastIdx="0" clrIdx="1308"/>
  <p:cmAuthor id="1310" name="10054047" initials="1" lastIdx="0" clrIdx="1309"/>
  <p:cmAuthor id="1434958330" name="WPS_1668222346" initials="W" lastIdx="1" clrIdx="837"/>
  <p:cmAuthor id="1311" name="10092163" initials="1" lastIdx="0" clrIdx="1310"/>
  <p:cmAuthor id="1312" name="MLOONG" initials="M" lastIdx="0" clrIdx="1311"/>
  <p:cmAuthor id="1313" name="Windows User" initials="WU" lastIdx="0" clrIdx="1312"/>
  <p:cmAuthor id="1314" name="徐孟江_MbuiiUbI" initials="authorId_273709786" lastIdx="0" clrIdx="1313"/>
  <p:cmAuthor id="1315" name="王元" initials="R" lastIdx="0" clrIdx="1314"/>
  <p:cmAuthor id="1316" name="huoys" initials="h" lastIdx="0" clrIdx="1315"/>
  <p:cmAuthor id="1317" name="易培 杜" initials="易杜" lastIdx="0" clrIdx="1316"/>
  <p:cmAuthor id="1318" name="Jimmy-Power" initials="J" lastIdx="0" clrIdx="1317"/>
  <p:cmAuthor id="1319" name="罗 罗" initials="罗" lastIdx="0" clrIdx="1318"/>
  <p:cmAuthor id="1320" name="liutAO" initials="l" lastIdx="0" clrIdx="1319"/>
  <p:cmAuthor id="1321" name="Yang" initials="Y" lastIdx="0" clrIdx="1320"/>
  <p:cmAuthor id="1322" name="UnicomGD" initials="U" lastIdx="0" clrIdx="1321"/>
  <p:cmAuthor id="1323" name="郭卫军" initials="郭" lastIdx="0" clrIdx="1322"/>
  <p:cmAuthor id="1324" name="曾素灵" initials="曾" lastIdx="0" clrIdx="1323"/>
  <p:cmAuthor id="1325" name="未知的使用者155" initials="未" lastIdx="0" clrIdx="1324"/>
  <p:cmAuthor id="1326" name="Baidada" initials="B" lastIdx="0" clrIdx="1325"/>
  <p:cmAuthor id="1327" name="calvinchen" initials="c" lastIdx="0" clrIdx="1326"/>
  <p:cmAuthor id="362941169" name="玉米馒头" initials="玉" lastIdx="1" clrIdx="820"/>
  <p:cmAuthor id="1328" name="yuan'wen'guo" initials="y" lastIdx="0" clrIdx="1327"/>
  <p:cmAuthor id="407726744" name="小邪" initials="小" lastIdx="1" clrIdx="860"/>
  <p:cmAuthor id="1329" name="马宇轩" initials="马" lastIdx="0" clrIdx="1328"/>
  <p:cmAuthor id="1330" name="shijinjin" initials="s" lastIdx="0" clrIdx="1329"/>
  <p:cmAuthor id="1331" name="XYY" initials="X" lastIdx="0" clrIdx="1330"/>
  <p:cmAuthor id="1332" name="黄筱雅" initials="黄" lastIdx="0" clrIdx="1331"/>
  <p:cmAuthor id="1333" name="王恒婧" initials="王" lastIdx="0" clrIdx="1332"/>
  <p:cmAuthor id="1334" name="woods" initials="w" lastIdx="0" clrIdx="1333"/>
  <p:cmAuthor id="1335" name="Wenjing zhou" initials="Wz" lastIdx="0" clrIdx="1334"/>
  <p:cmAuthor id="1336" name="夏俊杰" initials="夏" lastIdx="0" clrIdx="1335"/>
  <p:cmAuthor id="1337" name="林诗婷" initials="林" lastIdx="0" clrIdx="1336"/>
  <p:cmAuthor id="1338" name="未知用户310" initials="未" lastIdx="0" clrIdx="1337"/>
  <p:cmAuthor id="281886036" name="杨君" initials="杨" lastIdx="1" clrIdx="661"/>
  <p:cmAuthor id="587750445" name="Julia Jia" initials="J" lastIdx="1" clrIdx="823"/>
  <p:cmAuthor id="1339" name="梁倩业" initials="梁" lastIdx="0" clrIdx="1338"/>
  <p:cmAuthor id="1340" name="liu yuhang" initials="ly" lastIdx="0" clrIdx="1339"/>
  <p:cmAuthor id="1341" name="王长青" initials="王长青" lastIdx="0" clrIdx="1340"/>
  <p:cmAuthor id="1342" name="未知用户303" initials="未" lastIdx="0" clrIdx="1341"/>
  <p:cmAuthor id="1343" name="未知用户354" initials="未" lastIdx="0" clrIdx="1342"/>
  <p:cmAuthor id="1344" name="璇 安" initials="璇" lastIdx="0" clrIdx="1343"/>
  <p:cmAuthor id="1345" name="未知用户214" initials="未" lastIdx="0" clrIdx="1344"/>
  <p:cmAuthor id="1346" name="未知用户260" initials="未" lastIdx="0" clrIdx="1345"/>
  <p:cmAuthor id="1347" name="未知用户261" initials="未" lastIdx="0" clrIdx="1346"/>
  <p:cmAuthor id="1348" name="未知用户263" initials="未" lastIdx="0" clrIdx="1347"/>
  <p:cmAuthor id="1349" name="张静_Anua7Nne" initials="authorId_935319063" lastIdx="0" clrIdx="1348"/>
  <p:cmAuthor id="1350" name="mc" initials="m" lastIdx="0" clrIdx="1349"/>
  <p:cmAuthor id="1351" name="zz" initials="z" lastIdx="0" clrIdx="1350"/>
  <p:cmAuthor id="1352" name="黄 萍" initials="黄" lastIdx="0" clrIdx="1351"/>
  <p:cmAuthor id="1353" name="chenh" initials="" lastIdx="0" clrIdx="1352"/>
  <p:cmAuthor id="1354" name="吴伟平" initials="吴" lastIdx="0" clrIdx="1353"/>
  <p:cmAuthor id="1355" name="10161768" initials="1" lastIdx="0" clrIdx="1354"/>
  <p:cmAuthor id="1356" name="10181267" initials="1" lastIdx="0" clrIdx="1355"/>
  <p:cmAuthor id="1357" name="00332340" initials="0" lastIdx="0" clrIdx="1356"/>
  <p:cmAuthor id="1358" name="00260515" initials="HRP" lastIdx="0" clrIdx="1357"/>
  <p:cmAuthor id="1359" name="10024885" initials="1" lastIdx="0" clrIdx="1358"/>
  <p:cmAuthor id="1360" name="00158845" initials="0" lastIdx="0" clrIdx="1359"/>
  <p:cmAuthor id="1361" name="李会宾" initials="李" lastIdx="0" clrIdx="1360"/>
  <p:cmAuthor id="1362" name="曾楚轩" initials="曾" lastIdx="0" clrIdx="1361"/>
  <p:cmAuthor id="1363" name="zhuwy90" initials="z" lastIdx="0" clrIdx="1362"/>
  <p:cmAuthor id="530178476" name="sxx" initials="s" lastIdx="1" clrIdx="1058"/>
  <p:cmAuthor id="1364" name="zhang" initials="z" lastIdx="0" clrIdx="1363"/>
  <p:cmAuthor id="1365" name="张竞" initials="张" lastIdx="0" clrIdx="1364"/>
  <p:cmAuthor id="1366" name="未知用户235" initials="未" lastIdx="0" clrIdx="1365"/>
  <p:cmAuthor id="1367" name="黄一申" initials="黄" lastIdx="0" clrIdx="1366"/>
  <p:cmAuthor id="1368" name="朱宁" initials="朱" lastIdx="0" clrIdx="1367"/>
  <p:cmAuthor id="1369" name="Jane" initials="u" lastIdx="0" clrIdx="1368"/>
  <p:cmAuthor id="1370" name="张小梅" initials="张" lastIdx="0" clrIdx="1369"/>
  <p:cmAuthor id="1371" name="郭胜楠" initials="郭" lastIdx="0" clrIdx="1370"/>
  <p:cmAuthor id="1372" name="李佳伦" initials="李" lastIdx="0" clrIdx="1371"/>
  <p:cmAuthor id="1373" name="赵 万良" initials="赵" lastIdx="0" clrIdx="1372"/>
  <p:cmAuthor id="1374" name="吴帅" initials="wus" lastIdx="0" clrIdx="1373"/>
  <p:cmAuthor id="1375" name="unicom412" initials="u" lastIdx="0" clrIdx="1374"/>
  <p:cmAuthor id="1376" name="吴仲阳" initials="吴" lastIdx="0" clrIdx="1375"/>
  <p:cmAuthor id="1377" name="杨 贺春" initials="杨" lastIdx="0" clrIdx="1376"/>
  <p:cmAuthor id="1378" name="朗 月" initials="朗" lastIdx="0" clrIdx="1377"/>
  <p:cmAuthor id="1379" name="yq_yaoxin@bj.cmcc" initials="yq_yaoxin@bj.cmcc" lastIdx="0" clrIdx="1378"/>
  <p:cmAuthor id="1380" name="郭旭" initials="郭" lastIdx="0" clrIdx="1379"/>
  <p:cmAuthor id="140952006" name="邢绍文" initials="邢" lastIdx="0" clrIdx="0"/>
  <p:cmAuthor id="1316121247" name="林桦桦" initials="林" lastIdx="18242" clrIdx="0"/>
  <p:cmAuthor id="1381" name="USER631805" initials="U" lastIdx="0" clrIdx="1380"/>
  <p:cmAuthor id="1382" name="10010178" initials="1" lastIdx="0" clrIdx="1381"/>
  <p:cmAuthor id="1383" name="10081076" initials="1" lastIdx="0" clrIdx="1382"/>
  <p:cmAuthor id="1384" name="10036782" initials="1" lastIdx="0" clrIdx="1383"/>
  <p:cmAuthor id="1385" name="10270505" initials="1" lastIdx="0" clrIdx="1384"/>
  <p:cmAuthor id="1386" name="10145512" initials="1" lastIdx="0" clrIdx="1385"/>
  <p:cmAuthor id="1387" name="10225041" initials="1" lastIdx="0" clrIdx="1386"/>
  <p:cmAuthor id="1388" name="00159163" initials="0" lastIdx="0" clrIdx="1387"/>
  <p:cmAuthor id="1389" name="孙 笑庆" initials="孙" lastIdx="0" clrIdx="1388"/>
  <p:cmAuthor id="1390" name="李启旺" initials="李" lastIdx="0" clrIdx="1389"/>
  <p:cmAuthor id="1391" name="侯天宇" initials="侯" lastIdx="0" clrIdx="1390"/>
  <p:cmAuthor id="1392" name="Haojing (Sarah, GTS)" initials="HJ" lastIdx="0" clrIdx="1391"/>
  <p:cmAuthor id="1393" name="张心怡" initials="张" lastIdx="0" clrIdx="1392"/>
  <p:cmAuthor id="1394" name="wanghongmei" initials="w" lastIdx="0" clrIdx="1393"/>
  <p:cmAuthor id="1395" name="黄百成_m6Jjq6bQ" initials="authorId_901868002" lastIdx="0" clrIdx="1394"/>
  <p:cmAuthor id="1396" name="0279000012" initials="0" lastIdx="0" clrIdx="1395"/>
  <p:cmAuthor id="1397" name="10008523" initials="1" lastIdx="0" clrIdx="1396"/>
  <p:cmAuthor id="1398" name="10054361" initials="1" lastIdx="0" clrIdx="1397"/>
  <p:cmAuthor id="1399" name="10140710" initials="1" lastIdx="0" clrIdx="1398"/>
  <p:cmAuthor id="1400" name="10207204" initials="1" lastIdx="0" clrIdx="1399"/>
  <p:cmAuthor id="1019505289" name="greAt" initials="g" lastIdx="1" clrIdx="665"/>
  <p:cmAuthor id="1401" name="10116818" initials="1" lastIdx="0" clrIdx="1400"/>
  <p:cmAuthor id="1019505290" name="ghy" initials="g" lastIdx="1" clrIdx="344"/>
  <p:cmAuthor id="1402" name="10035857" initials="1" lastIdx="0" clrIdx="1401"/>
  <p:cmAuthor id="1403" name="10255256" initials="1" lastIdx="0" clrIdx="1402"/>
  <p:cmAuthor id="1404" name="金倩玉" initials="金" lastIdx="0" clrIdx="1403"/>
  <p:cmAuthor id="1405" name="张泽鹏" initials="张" lastIdx="0" clrIdx="1404"/>
  <p:cmAuthor id="1406" name="wx" initials="w" lastIdx="0" clrIdx="1405"/>
  <p:cmAuthor id="1407" name="qiuxue" initials="q" lastIdx="0" clrIdx="1406"/>
  <p:cmAuthor id="1408" name="刘小卤" initials="刘" lastIdx="0" clrIdx="1407"/>
  <p:cmAuthor id="1409" name="联通杨艳" initials="联" lastIdx="0" clrIdx="1408"/>
  <p:cmAuthor id="441412215" name="tonghailan" initials="t" lastIdx="1126972" clrIdx="0"/>
  <p:cmAuthor id="1410" name="杨欢" initials="杨" lastIdx="0" clrIdx="1409"/>
  <p:cmAuthor id="1411" name="WPS_1644930035" initials="W" lastIdx="0" clrIdx="1410"/>
  <p:cmAuthor id="1412" name="方超" initials="方" lastIdx="0" clrIdx="1411"/>
  <p:cmAuthor id="1413" name="Lin阿福" initials="L" lastIdx="0" clrIdx="1412"/>
  <p:cmAuthor id="1414" name="%E5%9B%9B%E8%AF%9D%E6%9D%9C%E5%B9%BF%E5%" initials="%" lastIdx="0" clrIdx="1413"/>
  <p:cmAuthor id="1415" name="46344" initials="4" lastIdx="0" clrIdx="1414"/>
  <p:cmAuthor id="1416" name="张其濛" initials="张" lastIdx="0" clrIdx="1415"/>
  <p:cmAuthor id="1417" name="董时菊" initials="DSJ" lastIdx="0" clrIdx="1416"/>
  <p:cmAuthor id="549705751" name="Lee" initials="L" lastIdx="1" clrIdx="824"/>
  <p:cmAuthor id="1418" name="10288631" initials="1" lastIdx="0" clrIdx="1417"/>
  <p:cmAuthor id="1419" name="10118178" initials="1" lastIdx="0" clrIdx="1418"/>
  <p:cmAuthor id="1420" name="苗丁仁10181802" initials="苗" lastIdx="0" clrIdx="1419"/>
  <p:cmAuthor id="1421" name="zhangyu" initials="z" lastIdx="0" clrIdx="1420"/>
  <p:cmAuthor id="1422" name="10045953" initials="1" lastIdx="0" clrIdx="1421"/>
  <p:cmAuthor id="1423" name="盛新鹏" initials="盛" lastIdx="0" clrIdx="1422"/>
  <p:cmAuthor id="1424" name="张建勇" initials="u" lastIdx="0" clrIdx="1423"/>
  <p:cmAuthor id="1425" name="elfinhsu" initials="" lastIdx="0" clrIdx="1424"/>
  <p:cmAuthor id="1426" name="龚丽媛" initials="龚" lastIdx="0" clrIdx="1425"/>
  <p:cmAuthor id="1427" name="yangfh20" initials="y" lastIdx="0" clrIdx="1426"/>
  <p:cmAuthor id="1428" name="zzzqi" initials="z" lastIdx="0" clrIdx="1427"/>
  <p:cmAuthor id="1559143966" name="WPS_1700532929" initials="W" lastIdx="1" clrIdx="373"/>
  <p:cmAuthor id="1429" name="渠沛" initials="渠" lastIdx="0" clrIdx="1428"/>
  <p:cmAuthor id="1430" name="jig" initials="j" lastIdx="0" clrIdx="1429"/>
  <p:cmAuthor id="1431" name="嘉琦" initials="嘉琦" lastIdx="0" clrIdx="1430"/>
  <p:cmAuthor id="1432" name="zxq_1" initials="z" lastIdx="0" clrIdx="1431"/>
  <p:cmAuthor id="1433" name="徐光宇" initials="徐" lastIdx="0" clrIdx="1432"/>
  <p:cmAuthor id="1434" name="赵丽丽" initials="赵" lastIdx="0" clrIdx="1433"/>
  <p:cmAuthor id="1435" name="郏鹏" initials="M" lastIdx="0" clrIdx="1434"/>
  <p:cmAuthor id="1309467398" name="寒枫" initials="寒" lastIdx="1" clrIdx="342"/>
  <p:cmAuthor id="1436" name="黄媛媛" initials="黄" lastIdx="0" clrIdx="1435"/>
  <p:cmAuthor id="1437" name="10072673" initials="1" lastIdx="0" clrIdx="1436"/>
  <p:cmAuthor id="1438" name="Wangjian (Frank)" initials="W" lastIdx="0" clrIdx="1437"/>
  <p:cmAuthor id="475196944" name="姚琳" initials="姚" lastIdx="1133934" clrIdx="0"/>
  <p:cmAuthor id="1439" name="林冲霄" initials="林" lastIdx="0" clrIdx="1438"/>
  <p:cmAuthor id="475196945" name="chen" initials="c" lastIdx="1" clrIdx="2"/>
  <p:cmAuthor id="1440" name="qsl" initials="q" lastIdx="0" clrIdx="1439"/>
  <p:cmAuthor id="475196946" name="王 成岩" initials="王" lastIdx="1" clrIdx="23"/>
  <p:cmAuthor id="1441" name="shengwenjia" initials="s" lastIdx="0" clrIdx="1440"/>
  <p:cmAuthor id="475196947" name="陶夏溦" initials="陶夏溦" lastIdx="1" clrIdx="46"/>
  <p:cmAuthor id="1442" name="30312" initials="3" lastIdx="0" clrIdx="1441"/>
  <p:cmAuthor id="1443" name="毕诗章_JBfeVvea" initials="authorId_413426" lastIdx="0" clrIdx="1442"/>
  <p:cmAuthor id="1444" name="DELL" initials="D" lastIdx="0" clrIdx="1443"/>
  <p:cmAuthor id="1445" name="毛香勤" initials="毛" lastIdx="0" clrIdx="1444"/>
  <p:cmAuthor id="1446" name="杨彦伟" initials="杨" lastIdx="0" clrIdx="1445"/>
  <p:cmAuthor id="1447" name="周旭东" initials="周" lastIdx="0" clrIdx="1446"/>
  <p:cmAuthor id="1448" name="周剑明" initials="周" lastIdx="0" clrIdx="1447"/>
  <p:cmAuthor id="1449" name="健君" initials="" lastIdx="0" clrIdx="1448"/>
  <p:cmAuthor id="1450" name="张燕00036635" initials="张" lastIdx="0" clrIdx="1449"/>
  <p:cmAuthor id="1451" name="cbm" initials="" lastIdx="0" clrIdx="1450"/>
  <p:cmAuthor id="191251535" name="沈霄雷" initials="沈" lastIdx="833089" clrIdx="0"/>
  <p:cmAuthor id="1452" name="杨静" initials="杨" lastIdx="0" clrIdx="1451"/>
  <p:cmAuthor id="191251536" name="张钰" initials="张" lastIdx="1" clrIdx="25"/>
  <p:cmAuthor id="1453" name="WPS_1618468757" initials="W" lastIdx="0" clrIdx="1452"/>
  <p:cmAuthor id="191251537" name="郭 浩" initials="郭" lastIdx="2" clrIdx="25"/>
  <p:cmAuthor id="1454" name="16619" initials="1" lastIdx="0" clrIdx="1453"/>
  <p:cmAuthor id="191251538" name="unicom" initials="" lastIdx="0" clrIdx="57"/>
  <p:cmAuthor id="1455" name="YU" initials="Y" lastIdx="0" clrIdx="1454"/>
  <p:cmAuthor id="191251539" name="席琛" initials="" lastIdx="0" clrIdx="58"/>
  <p:cmAuthor id="1456" name="孟和" initials="孟" lastIdx="0" clrIdx="1455"/>
  <p:cmAuthor id="191251540" name="韩剑侠" initials="P" lastIdx="1" clrIdx="41"/>
  <p:cmAuthor id="1457" name="王叉叉 u" initials="王" lastIdx="0" clrIdx="1456"/>
  <p:cmAuthor id="191251541" name="sjzx" initials="s" lastIdx="1" clrIdx="25"/>
  <p:cmAuthor id="1458" name="未知的使用者76" initials="未" lastIdx="0" clrIdx="1457"/>
  <p:cmAuthor id="191251542" name="yang.yuan" initials="y" lastIdx="0" clrIdx="17"/>
  <p:cmAuthor id="1459" name="lina_" initials="l" lastIdx="0" clrIdx="1458"/>
  <p:cmAuthor id="191251543" name="王娟" initials="1" lastIdx="1" clrIdx="31"/>
  <p:cmAuthor id="1460" name="车维崧" initials="车" lastIdx="0" clrIdx="1459"/>
  <p:cmAuthor id="191251544" name="zh" initials="z" lastIdx="5" clrIdx="33"/>
  <p:cmAuthor id="1461" name="樊革霞" initials="樊" lastIdx="0" clrIdx="1460"/>
  <p:cmAuthor id="1462" name="hw" initials="hw" lastIdx="0" clrIdx="1461"/>
  <p:cmAuthor id="1463" name="郑羽欣" initials="郑" lastIdx="0" clrIdx="1462"/>
  <p:cmAuthor id="1464" name="wuxiaoqi1" initials="w" lastIdx="0" clrIdx="1463"/>
  <p:cmAuthor id="1465" name="wangms42" initials="w" lastIdx="0" clrIdx="1464"/>
  <p:cmAuthor id="1466" name="yangf82" initials="y" lastIdx="0" clrIdx="1465"/>
  <p:cmAuthor id="1467" name="10095622" initials="1" lastIdx="0" clrIdx="1466"/>
  <p:cmAuthor id="1468" name="郏 鹏" initials="郏" lastIdx="0" clrIdx="1467"/>
  <p:cmAuthor id="1469" name="李 捷" initials="李" lastIdx="0" clrIdx="1468"/>
  <p:cmAuthor id="1470" name="" initials="" lastIdx="0" clrIdx="1469"/>
  <p:cmAuthor id="1471" name="mmm猛" initials="m" lastIdx="0" clrIdx="1470"/>
  <p:cmAuthor id="1472" name="PENG" initials="P" lastIdx="0" clrIdx="1471"/>
  <p:cmAuthor id="1473" name="sunzj50" initials="s" lastIdx="0" clrIdx="1472"/>
  <p:cmAuthor id="1474" name="Ayue " initials="A" lastIdx="0" clrIdx="1473"/>
  <p:cmAuthor id="1475" name="Unknown User59" initials="U" lastIdx="0" clrIdx="1474"/>
  <p:cmAuthor id="1476" name="王鹏飞" initials="王" lastIdx="0" clrIdx="1475"/>
  <p:cmAuthor id="1477" name="关璐" initials="关" lastIdx="0" clrIdx="1476"/>
  <p:cmAuthor id="1478" name="子非鱼1314" initials="子" lastIdx="0" clrIdx="1477"/>
  <p:cmAuthor id="1479" name="李林林" initials="李" lastIdx="0" clrIdx="1478"/>
  <p:cmAuthor id="1480" name="lin li" initials="ll" lastIdx="0" clrIdx="1479"/>
  <p:cmAuthor id="1481" name="595434287@qq.com" initials="5" lastIdx="0" clrIdx="1480"/>
  <p:cmAuthor id="1482" name="345175348@qq.com" initials="3" lastIdx="0" clrIdx="1481"/>
  <p:cmAuthor id="1483" name="李 奕霖" initials="李" lastIdx="0" clrIdx="1482"/>
  <p:cmAuthor id="1484" name="敬泉 李" initials="敬泉" lastIdx="0" clrIdx="1483"/>
  <p:cmAuthor id="1485" name="WPS_1715430540" initials="W" lastIdx="0" clrIdx="1484"/>
  <p:cmAuthor id="1486" name="龚超" initials="龚" lastIdx="0" clrIdx="1485"/>
  <p:cmAuthor id="1487" name="时光" initials="时" lastIdx="0" clrIdx="1486"/>
  <p:cmAuthor id="1488" name="lzy" initials="8" lastIdx="0" clrIdx="1487"/>
  <p:cmAuthor id="1489" name="白文质" initials="白" lastIdx="0" clrIdx="1488"/>
  <p:cmAuthor id="1490" name="qjx2007" initials="q" lastIdx="0" clrIdx="1489"/>
  <p:cmAuthor id="1491" name="大白" initials="大" lastIdx="0" clrIdx="1490"/>
  <p:cmAuthor id="1492" name="小白" initials="小" lastIdx="0" clrIdx="1491"/>
  <p:cmAuthor id="1493" name="许阿丽" initials="许" lastIdx="0" clrIdx="1492"/>
  <p:cmAuthor id="1494" name="10169602" initials="1" lastIdx="0" clrIdx="1493"/>
  <p:cmAuthor id="1495" name="刘亚柯" initials="刘" lastIdx="0" clrIdx="1494"/>
  <p:cmAuthor id="1496" name="00279355" initials="0" lastIdx="0" clrIdx="1495"/>
  <p:cmAuthor id="1497" name="10041808" initials="1" lastIdx="0" clrIdx="1496"/>
  <p:cmAuthor id="1498" name="00024812" initials="0" lastIdx="0" clrIdx="1497"/>
  <p:cmAuthor id="1669746569" name="WPS_1735520906" initials="W" lastIdx="1" clrIdx="935"/>
  <p:cmAuthor id="1499" name="10226012" initials="1" lastIdx="0" clrIdx="1498"/>
  <p:cmAuthor id="1669746570" name="张果" initials="张" lastIdx="1" clrIdx="1669746569"/>
  <p:cmAuthor id="1500" name="10045395" initials="1" lastIdx="0" clrIdx="1499"/>
  <p:cmAuthor id="1501" name="未知用户10" initials="未" lastIdx="0" clrIdx="1500"/>
  <p:cmAuthor id="1502" name="打打打打劫" initials="打" lastIdx="0" clrIdx="1501"/>
  <p:cmAuthor id="1503" name="LQ" initials="L" lastIdx="0" clrIdx="1502"/>
  <p:cmAuthor id="1504" name="杜娇龙" initials="" lastIdx="0" clrIdx="1503"/>
  <p:cmAuthor id="1505" name="王霞" initials="" lastIdx="0" clrIdx="1504"/>
  <p:cmAuthor id="1506" name="张雅欣" initials="张" lastIdx="0" clrIdx="1505"/>
  <p:cmAuthor id="1507" name="刘牧洲" initials="刘" lastIdx="0" clrIdx="1506"/>
  <p:cmAuthor id="1508" name="夏小芸°Bella" initials="夏" lastIdx="0" clrIdx="1507"/>
  <p:cmAuthor id="1509" name="廖成武  " initials="廖" lastIdx="0" clrIdx="1508"/>
  <p:cmAuthor id="1510" name="黄宇" initials="黄" lastIdx="0" clrIdx="1509"/>
  <p:cmAuthor id="1511" name="如也" initials="如" lastIdx="0" clrIdx="1510"/>
  <p:cmAuthor id="1512" name="Ghuck" initials="G" lastIdx="0" clrIdx="1511"/>
  <p:cmAuthor id="1513" name="wmcmdi" initials="w" lastIdx="0" clrIdx="1512"/>
  <p:cmAuthor id="1514" name="夏先生" initials="夏" lastIdx="0" clrIdx="1513"/>
  <p:cmAuthor id="1515" name="妍" initials="妍" lastIdx="0" clrIdx="1514"/>
  <p:cmAuthor id="1516" name="niuniu" initials="n" lastIdx="0" clrIdx="1515"/>
  <p:cmAuthor id="1517" name="天山老幺" initials="天" lastIdx="0" clrIdx="1516"/>
  <p:cmAuthor id="1518" name="Tomorrow" initials="T" lastIdx="0" clrIdx="1517"/>
  <p:cmAuthor id="1519" name="洋仔" initials="洋" lastIdx="0" clrIdx="1518"/>
  <p:cmAuthor id="1520" name="zw zhou" initials="zz" lastIdx="0" clrIdx="1519"/>
  <p:cmAuthor id="1521" name="桃豆豆" initials="桃" lastIdx="0" clrIdx="1520"/>
  <p:cmAuthor id="1522" name="刁航宇" initials="刁" lastIdx="0" clrIdx="1521"/>
  <p:cmAuthor id="1523" name="✨ Nicole " initials="✨" lastIdx="0" clrIdx="1522"/>
  <p:cmAuthor id="1524" name="李凤仪" initials="李" lastIdx="0" clrIdx="1523"/>
  <p:cmAuthor id="326030407" name="孔德旺" initials="孔" lastIdx="1" clrIdx="973"/>
  <p:cmAuthor id="1525" name="于洁" initials="于" lastIdx="0" clrIdx="1524"/>
  <p:cmAuthor id="1526" name="小州Gg" initials="小" lastIdx="0" clrIdx="1525"/>
  <p:cmAuthor id="1527" name="13488749431手机用户" initials="1" lastIdx="0" clrIdx="1526"/>
  <p:cmAuthor id="1528" name="大攀" initials="大" lastIdx="0" clrIdx="1527"/>
  <p:cmAuthor id="1529" name="李宁" initials="李" lastIdx="0" clrIdx="1528"/>
  <p:cmAuthor id="1530" name="马宇媛" initials="马" lastIdx="0" clrIdx="1529"/>
  <p:cmAuthor id="1531" name="X13-Y" initials="X" lastIdx="0" clrIdx="1530"/>
  <p:cmAuthor id="1532" name="哎呀呀何牙牙" initials="哎" lastIdx="0" clrIdx="1531"/>
  <p:cmAuthor id="1533" name="光明" initials="光" lastIdx="0" clrIdx="1532"/>
  <p:cmAuthor id="1534" name="罗志军" initials="罗" lastIdx="0" clrIdx="1533"/>
  <p:cmAuthor id="1535" name="gmcc" initials="g" lastIdx="0" clrIdx="1534"/>
  <p:cmAuthor id="1536" name="zzzz" initials="z" lastIdx="0" clrIdx="1535"/>
  <p:cmAuthor id="1537" name="王旭" initials="王" lastIdx="0" clrIdx="1536"/>
  <p:cmAuthor id="1538" name=" 胖哒慧" initials="" lastIdx="0" clrIdx="1537"/>
  <p:cmAuthor id="1539" name="天天" initials="天" lastIdx="0" clrIdx="1538"/>
  <p:cmAuthor id="1540" name="colin" initials="c" lastIdx="0" clrIdx="1539"/>
  <p:cmAuthor id="422340304" name="史良" initials="史" lastIdx="1" clrIdx="970"/>
  <p:cmAuthor id="1541" name="小阳光" initials="小" lastIdx="0" clrIdx="1540"/>
  <p:cmAuthor id="1542" name="初七之月亮" initials="初" lastIdx="0" clrIdx="1541"/>
  <p:cmAuthor id="1543" name="谭淼" initials="谭" lastIdx="0" clrIdx="1542"/>
  <p:cmAuthor id="1544" name="JeanMayLee" initials="J" lastIdx="0" clrIdx="1543"/>
  <p:cmAuthor id="1545" name="fish" initials="f" lastIdx="0" clrIdx="1544"/>
  <p:cmAuthor id="1546" name="Jason" initials="J" lastIdx="0" clrIdx="1545"/>
  <p:cmAuthor id="1547" name="xy" initials="x" lastIdx="0" clrIdx="1546"/>
  <p:cmAuthor id="317137867" name="大耳朵" initials="大" lastIdx="1" clrIdx="813"/>
  <p:cmAuthor id="1548" name="WPS" initials="W" lastIdx="0" clrIdx="1547"/>
  <p:cmAuthor id="1549" name=" LION" initials=" " lastIdx="0" clrIdx="1548"/>
  <p:cmAuthor id="1550" name="康斯坦尼斯拉夫斯基" initials="康" lastIdx="0" clrIdx="1549"/>
  <p:cmAuthor id="1551" name="SFY" initials="S" lastIdx="0" clrIdx="1550"/>
  <p:cmAuthor id="1552" name="Sabrina" initials="S" lastIdx="0" clrIdx="1551"/>
  <p:cmAuthor id="1553" name="J0" initials="J" lastIdx="0" clrIdx="1552"/>
  <p:cmAuthor id="1554" name="咘嘚咘嘚" initials="咘" lastIdx="0" clrIdx="1553"/>
  <p:cmAuthor id="1555" name="WIN10" initials="W" lastIdx="0" clrIdx="1554"/>
  <p:cmAuthor id="1556" name="Q" initials="Q" lastIdx="0" clrIdx="1555"/>
  <p:cmAuthor id="1557" name="Frank" initials="F" lastIdx="0" clrIdx="1556"/>
  <p:cmAuthor id="1558" name="张松蕾" initials="C" lastIdx="0" clrIdx="1557"/>
  <p:cmAuthor id="1559" name="M" initials="IT" lastIdx="0" clrIdx="1558"/>
  <p:cmAuthor id="1560" name="Wanglexun(Leo,CMCC Marketing)" initials="WM" lastIdx="0" clrIdx="1559"/>
  <p:cmAuthor id="1561" name="chris" initials="c" lastIdx="0" clrIdx="1560"/>
  <p:cmAuthor id="1562" name="乐燕" initials="乐" lastIdx="0" clrIdx="1561"/>
  <p:cmAuthor id="1563" name="梦" initials="梦" lastIdx="0" clrIdx="1562"/>
  <p:cmAuthor id="1564" name="Fanny" initials="F" lastIdx="0" clrIdx="1563"/>
  <p:cmAuthor id="1565" name="begin" initials="b" lastIdx="0" clrIdx="1564"/>
  <p:cmAuthor id="1566" name="LBB" initials="L" lastIdx="0" clrIdx="1565"/>
  <p:cmAuthor id="1567" name="cyq" initials="c" lastIdx="0" clrIdx="1566"/>
  <p:cmAuthor id="1568" name="WPS_1669175722" initials="W" lastIdx="0" clrIdx="1567"/>
  <p:cmAuthor id="383159678" name="FAN" initials="F" lastIdx="555744" clrIdx="0"/>
  <p:cmAuthor id="1569" name="半暖时光" initials="半" lastIdx="0" clrIdx="1568"/>
  <p:cmAuthor id="383159679" name="sunaoran" initials="s" lastIdx="2" clrIdx="3"/>
  <p:cmAuthor id="1570" name="杜立旺" initials="杜" lastIdx="0" clrIdx="1569"/>
  <p:cmAuthor id="1571" name="yangsong" initials="y" lastIdx="0" clrIdx="1570"/>
  <p:cmAuthor id="411215322" name="吴玉宇" initials="吴" lastIdx="7" clrIdx="860"/>
  <p:cmAuthor id="1572" name="Oscar" initials="O" lastIdx="0" clrIdx="1571"/>
  <p:cmAuthor id="1573" name="黄常宇" initials="黄" lastIdx="0" clrIdx="1572"/>
  <p:cmAuthor id="1574" name="依依" initials="依" lastIdx="0" clrIdx="1573"/>
  <p:cmAuthor id="1575" name="曹劲然" initials="曹" lastIdx="0" clrIdx="1574"/>
  <p:cmAuthor id="1576" name="mark" initials="m" lastIdx="0" clrIdx="1575"/>
  <p:cmAuthor id="1577" name="桑榆" initials="桑" lastIdx="0" clrIdx="1576"/>
  <p:cmAuthor id="1578" name="谢梦娇" initials="谢" lastIdx="0" clrIdx="1577"/>
  <p:cmAuthor id="1579" name="CabayJenne" initials="C" lastIdx="0" clrIdx="1578"/>
  <p:cmAuthor id="1580" name="liuyali" initials="l" lastIdx="0" clrIdx="1579"/>
  <p:cmAuthor id="1581" name="邢开" initials="邢" lastIdx="0" clrIdx="1580"/>
  <p:cmAuthor id="1582" name="sunqi" initials="s" lastIdx="0" clrIdx="1581"/>
  <p:cmAuthor id="1583" name="永月墨夜" initials="永" lastIdx="0" clrIdx="1582"/>
  <p:cmAuthor id="1584" name="糕酥...●—●" initials="糕" lastIdx="0" clrIdx="1583"/>
  <p:cmAuthor id="1585" name="纯粹" initials="纯" lastIdx="0" clrIdx="1584"/>
  <p:cmAuthor id="1586" name="华" initials="华" lastIdx="0" clrIdx="1585"/>
  <p:cmAuthor id="1587" name="赵永成" initials="赵" lastIdx="0" clrIdx="1586"/>
  <p:cmAuthor id="1588" name="16640" initials="1" lastIdx="0" clrIdx="1587"/>
  <p:cmAuthor id="1589" name="袖盈嘉茉" initials="袖" lastIdx="0" clrIdx="1588"/>
  <p:cmAuthor id="1590" name="大白 " initials="大" lastIdx="0" clrIdx="1589"/>
  <p:cmAuthor id="1591" name="HJ_李伟真" initials="H" lastIdx="0" clrIdx="1590"/>
  <p:cmAuthor id="1592" name="西赆南琛" initials="西" lastIdx="0" clrIdx="1591"/>
  <p:cmAuthor id="1593" name="武戎" initials="武" lastIdx="0" clrIdx="1592"/>
  <p:cmAuthor id="1594" name="奇点" initials="奇" lastIdx="0" clrIdx="1593"/>
  <p:cmAuthor id="1595" name="刘付平" initials="刘" lastIdx="0" clrIdx="1594"/>
  <p:cmAuthor id="1596" name="晚·峰" initials="晚" lastIdx="0" clrIdx="1595"/>
  <p:cmAuthor id="1597" name="ccc" initials="c" lastIdx="0" clrIdx="1596"/>
  <p:cmAuthor id="1598" name="张鑫" initials="张" lastIdx="0" clrIdx="1597"/>
  <p:cmAuthor id="1599" name="车旭" initials="车" lastIdx="0" clrIdx="1598"/>
  <p:cmAuthor id="1600" name="Pearson.Zhao" initials="P" lastIdx="0" clrIdx="1599"/>
  <p:cmAuthor id="1601" name="DldUlcks" initials="D" lastIdx="0" clrIdx="1600"/>
  <p:cmAuthor id="1602" name="WPS_1716908770" initials="W" lastIdx="0" clrIdx="1601"/>
  <p:cmAuthor id="1603" name="never pink" initials="n" lastIdx="0" clrIdx="1602"/>
  <p:cmAuthor id="870434041" name="讀 書" initials="讀" lastIdx="1" clrIdx="663"/>
  <p:cmAuthor id="1604" name="吴开云" initials="吴" lastIdx="0" clrIdx="1603"/>
  <p:cmAuthor id="1605" name="于浣" initials="于" lastIdx="0" clrIdx="1604"/>
  <p:cmAuthor id="1606" name="李进进" initials="李" lastIdx="0" clrIdx="1605"/>
  <p:cmAuthor id="1607" name="小粟勺" initials="小" lastIdx="0" clrIdx="1606"/>
  <p:cmAuthor id="1608" name="黄炜" initials="黄" lastIdx="0" clrIdx="1607"/>
  <p:cmAuthor id="1609" name="WPS_1686010660" initials="W" lastIdx="0" clrIdx="1608"/>
  <p:cmAuthor id="1610" name="lihui" initials="l" lastIdx="0" clrIdx="1609"/>
  <p:cmAuthor id="1611" name="木漏れ日" initials="木" lastIdx="0" clrIdx="1610"/>
  <p:cmAuthor id="1612" name="如斯" initials="如" lastIdx="0" clrIdx="1611"/>
  <p:cmAuthor id="1613" name="Wang lei" initials="W" lastIdx="0" clrIdx="1612"/>
  <p:cmAuthor id="1614" name="Daigy" initials="D" lastIdx="0" clrIdx="1613"/>
  <p:cmAuthor id="1615" name="wink" initials="w" lastIdx="0" clrIdx="1614"/>
  <p:cmAuthor id="1616" name="WPS_1592556096" initials="W" lastIdx="0" clrIdx="1615"/>
  <p:cmAuthor id="1617" name="Zing" initials="Z" lastIdx="0" clrIdx="1616"/>
  <p:cmAuthor id="1618" name="吴体华" initials="吴" lastIdx="0" clrIdx="1617"/>
  <p:cmAuthor id="1619" name="lin" initials="l" lastIdx="0" clrIdx="1618"/>
  <p:cmAuthor id="1620" name="番茄^_^" initials="番" lastIdx="0" clrIdx="1619"/>
  <p:cmAuthor id="1621" name="许愿池的~" initials="许" lastIdx="0" clrIdx="1620"/>
  <p:cmAuthor id="1622" name="-facile" initials="-" lastIdx="0" clrIdx="1621"/>
  <p:cmAuthor id="1623" name="Tea" initials="T" lastIdx="0" clrIdx="1622"/>
  <p:cmAuthor id="1624" name="储贤民" initials="储" lastIdx="0" clrIdx="1623"/>
  <p:cmAuthor id="1625" name="guron" initials="g" lastIdx="0" clrIdx="1624"/>
  <p:cmAuthor id="1626" name="微笑" initials="微" lastIdx="0" clrIdx="1625"/>
  <p:cmAuthor id="1627" name="鱼爱吃猫8" initials="鱼" lastIdx="0" clrIdx="1626"/>
  <p:cmAuthor id="1628" name="小迷糊" initials="小" lastIdx="0" clrIdx="1627"/>
  <p:cmAuthor id="1629" name="WPS_1724045767" initials="W" lastIdx="0" clrIdx="1628"/>
  <p:cmAuthor id="1630" name="黄慧" initials="黄" lastIdx="0" clrIdx="1629"/>
  <p:cmAuthor id="1631" name="月亮是我啃弯的" initials="月" lastIdx="0" clrIdx="1630"/>
  <p:cmAuthor id="1632" name="jinbq" initials="j" lastIdx="0" clrIdx="1631"/>
  <p:cmAuthor id="1633" name="周磊" initials="周" lastIdx="0" clrIdx="1632"/>
  <p:cmAuthor id="1634" name="123" initials="1" lastIdx="0" clrIdx="1633"/>
  <p:cmAuthor id="1635" name="bai song" initials="bs" lastIdx="0" clrIdx="1634"/>
  <p:cmAuthor id="1636" name="李 剑峰" initials="李" lastIdx="0" clrIdx="1635"/>
  <p:cmAuthor id="1637" name="fafa" initials="f" lastIdx="0" clrIdx="1636"/>
  <p:cmAuthor id="1638" name="王习习" initials="王" lastIdx="0" clrIdx="1637"/>
  <p:cmAuthor id="1639" name="zhan" initials="z" lastIdx="0" clrIdx="1638"/>
  <p:cmAuthor id="1640" name="陶元" initials="陶" lastIdx="0" clrIdx="1639"/>
  <p:cmAuthor id="1641" name="易 胡" initials="易" lastIdx="0" clrIdx="1640"/>
  <p:cmAuthor id="1642" name="gxy" initials="g" lastIdx="0" clrIdx="1641"/>
  <p:cmAuthor id="1643" name="李金夏" initials="李" lastIdx="0" clrIdx="1642"/>
  <p:cmAuthor id="1644" name="李少帅" initials="李" lastIdx="0" clrIdx="1643"/>
  <p:cmAuthor id="1645" name="gaozq35" initials="9" lastIdx="0" clrIdx="1644"/>
  <p:cmAuthor id="1646" name="未知用户262" initials="未" lastIdx="0" clrIdx="1645"/>
  <p:cmAuthor id="1647" name="Cindy-NB" initials="C" lastIdx="0" clrIdx="1646"/>
  <p:cmAuthor id="1648" name="panyl25" initials="p" lastIdx="0" clrIdx="1647"/>
  <p:cmAuthor id="1649" name="love_" initials="l" lastIdx="0" clrIdx="1648"/>
  <p:cmAuthor id="1650" name="田逢阳" initials="A" lastIdx="0" clrIdx="1649"/>
  <p:cmAuthor id="1651" name="Unknown User22" initials="U" lastIdx="0" clrIdx="1650"/>
  <p:cmAuthor id="1652" name="李金金" initials="李金金" lastIdx="0" clrIdx="1651"/>
  <p:cmAuthor id="1653" name="王志榕" initials="王" lastIdx="0" clrIdx="1652"/>
  <p:cmAuthor id="1654" name="邓萍" initials="邓" lastIdx="0" clrIdx="1653"/>
  <p:cmAuthor id="1655" name="Unknown User115" initials="U" lastIdx="0" clrIdx="1654"/>
  <p:cmAuthor id="1656" name="金洁" initials="金" lastIdx="0" clrIdx="1655"/>
  <p:cmAuthor id="1657" name="shinedo" initials="s" lastIdx="0" clrIdx="1656"/>
  <p:cmAuthor id="1658" name="Zhao Jing" initials="Z" lastIdx="0" clrIdx="1657"/>
  <p:cmAuthor id="1659" name="未知的使用者182" initials="未" lastIdx="0" clrIdx="1658"/>
  <p:cmAuthor id="1660" name="c Cecilia" initials="cC" lastIdx="0" clrIdx="1659"/>
  <p:cmAuthor id="1661" name="王 明振" initials="王" lastIdx="0" clrIdx="1660"/>
  <p:cmAuthor id="1662" name="百军 李" initials="百李" lastIdx="0" clrIdx="1661"/>
  <p:cmAuthor id="1663" name="Zhuqw" initials="Z" lastIdx="0" clrIdx="1662"/>
  <p:cmAuthor id="1664" name="未知用户118" initials="未" lastIdx="0" clrIdx="1663"/>
  <p:cmAuthor id="1665" name="李奇" initials="奇奇" lastIdx="0" clrIdx="1664"/>
  <p:cmAuthor id="1666" name="李 修竹" initials="李" lastIdx="0" clrIdx="1665"/>
  <p:cmAuthor id="1667" name="马月" initials="马" lastIdx="0" clrIdx="1666"/>
  <p:cmAuthor id="1668" name="黄婷楠" initials="黄" lastIdx="0" clrIdx="1667"/>
  <p:cmAuthor id="1669" name="卞珊珊" initials="卞" lastIdx="0" clrIdx="1668"/>
  <p:cmAuthor id="1670" name="叶海纳" initials="叶" lastIdx="0" clrIdx="1669"/>
  <p:cmAuthor id="1671" name="spring_ren" initials="s" lastIdx="0" clrIdx="1670"/>
  <p:cmAuthor id="1672" name="伟 刘" initials="伟刘" lastIdx="0" clrIdx="1671"/>
  <p:cmAuthor id="1673" name="裴小燕" initials="u" lastIdx="0" clrIdx="1672"/>
  <p:cmAuthor id="1674" name="HP" initials="H" lastIdx="0" clrIdx="1673"/>
  <p:cmAuthor id="1675" name="wang liyuan" initials="wl" lastIdx="0" clrIdx="1674"/>
  <p:cmAuthor id="1676" name="Ren Li(联通集团联通系统集成有限公司)" initials="RL" lastIdx="0" clrIdx="1675"/>
  <p:cmAuthor id="352329618" name="billow.jen" initials="b" lastIdx="1" clrIdx="837"/>
  <p:cmAuthor id="1677" name="系统修改" initials="yuh111" lastIdx="0" clrIdx="1676"/>
  <p:cmAuthor id="1678" name="Smith" initials="S" lastIdx="0" clrIdx="1677"/>
  <p:cmAuthor id="1679" name="一花一世界" initials="一" lastIdx="0" clrIdx="1678"/>
  <p:cmAuthor id="1680" name="张妍" initials="张" lastIdx="0" clrIdx="1679"/>
  <p:cmAuthor id="1681" name="徐 正国" initials="徐" lastIdx="0" clrIdx="1680"/>
  <p:cmAuthor id="1682" name="94895" initials="9" lastIdx="0" clrIdx="1681"/>
  <p:cmAuthor id="1683" name="dings5" initials="d" lastIdx="0" clrIdx="1682"/>
  <p:cmAuthor id="1684" name="马安娜" initials="马" lastIdx="0" clrIdx="1683"/>
  <p:cmAuthor id="1685" name="anima" initials="a" lastIdx="0" clrIdx="1684"/>
  <p:cmAuthor id="1686" name="chenting" initials="CT" lastIdx="0" clrIdx="1685"/>
  <p:cmAuthor id="1687" name="sammiyacho" initials="s" lastIdx="0" clrIdx="1686"/>
  <p:cmAuthor id="1688" name="李庆" initials="李" lastIdx="0" clrIdx="1687"/>
  <p:cmAuthor id="1689" name="冼沛" initials="冼" lastIdx="0" clrIdx="1688"/>
  <p:cmAuthor id="1690" name="封殊龙" initials="封" lastIdx="0" clrIdx="1689"/>
  <p:cmAuthor id="1691" name="夜尽迟渊_UrQfrmQZ" initials="authorId_501680251" lastIdx="0" clrIdx="1690"/>
  <p:cmAuthor id="1692" name="王丰_aE3uARfm" initials="authorId_383357774" lastIdx="0" clrIdx="1691"/>
  <p:cmAuthor id="1693" name="陈宇丰" initials="陈" lastIdx="0" clrIdx="1692"/>
  <p:cmAuthor id="486452560" name="js-王美婧" initials="j" lastIdx="1" clrIdx="683"/>
  <p:cmAuthor id="1694" name="宁文文" initials="宁" lastIdx="0" clrIdx="1693"/>
  <p:cmAuthor id="1695" name="未知用户86" initials="未" lastIdx="0" clrIdx="1694"/>
  <p:cmAuthor id="1696" name="罗玉碧" initials="罗" lastIdx="0" clrIdx="1695"/>
  <p:cmAuthor id="1697" name="Xiaosu Wang" initials="XW" lastIdx="0" clrIdx="1696"/>
  <p:cmAuthor id="1698" name="yin gang" initials="yg" lastIdx="0" clrIdx="1697"/>
  <p:cmAuthor id="1699" name="zheng kedan" initials="zk" lastIdx="0" clrIdx="1698"/>
  <p:cmAuthor id="1700" name="00103907" initials="0" lastIdx="0" clrIdx="1699"/>
  <p:cmAuthor id="1701" name="10156743" initials="1" lastIdx="0" clrIdx="1700"/>
  <p:cmAuthor id="1702" name="张文栓" initials="1" lastIdx="0" clrIdx="1701"/>
  <p:cmAuthor id="1703" name="未知用户95" initials="未" lastIdx="0" clrIdx="1702"/>
  <p:cmAuthor id="1704" name="Unknown User23" initials="U" lastIdx="0" clrIdx="1703"/>
  <p:cmAuthor id="1705" name="张平" initials="张" lastIdx="0" clrIdx="1704"/>
  <p:cmAuthor id="1706" name="刘雨润" initials="刘" lastIdx="0" clrIdx="1705"/>
  <p:cmAuthor id="1707" name="子小T光军" initials="子" lastIdx="0" clrIdx="1706"/>
  <p:cmAuthor id="1708" name="未知用户229" initials="未" lastIdx="0" clrIdx="1707"/>
  <p:cmAuthor id="1709" name="JeremyBai" initials="J" lastIdx="0" clrIdx="1708"/>
  <p:cmAuthor id="1710" name="未知用户238" initials="未" lastIdx="0" clrIdx="1709"/>
  <p:cmAuthor id="1711" name="李苏薇" initials="李" lastIdx="0" clrIdx="1710"/>
  <p:cmAuthor id="1712" name="小皮蛋" initials="小" lastIdx="0" clrIdx="1711"/>
  <p:cmAuthor id="1713" name="63173" initials="6" lastIdx="0" clrIdx="1712"/>
  <p:cmAuthor id="1714" name="Wanghy" initials="W" lastIdx="0" clrIdx="1713"/>
  <p:cmAuthor id="1715" name="覃龙峡" initials="覃" lastIdx="0" clrIdx="1714"/>
  <p:cmAuthor id="1716" name="yangxl222" initials="y" lastIdx="0" clrIdx="1715"/>
  <p:cmAuthor id="1717" name="zhoushiying1" initials="z" lastIdx="0" clrIdx="1716"/>
  <p:cmAuthor id="1718" name="单佳" initials="单" lastIdx="0" clrIdx="1717"/>
  <p:cmAuthor id="1719" name="caoyy51" initials="c" lastIdx="0" clrIdx="1718"/>
  <p:cmAuthor id="1720" name="白广慧" initials="白" lastIdx="0" clrIdx="1719"/>
  <p:cmAuthor id="1721" name="杨庆友" initials="杨" lastIdx="0" clrIdx="1720"/>
  <p:cmAuthor id="1722" name="未知用户421" initials="未" lastIdx="0" clrIdx="1721"/>
  <p:cmAuthor id="1723" name="于洋" initials="于" lastIdx="0" clrIdx="1722"/>
  <p:cmAuthor id="1724" name="刘亮" initials="刘" lastIdx="0" clrIdx="1723"/>
  <p:cmAuthor id="1725" name="面包" initials="面" lastIdx="0" clrIdx="1724"/>
  <p:cmAuthor id="1726" name="77599" initials="7" lastIdx="0" clrIdx="1725"/>
  <p:cmAuthor id="1727" name="古颜松" initials="古" lastIdx="0" clrIdx="1726"/>
  <p:cmAuthor id="1728" name="ZhengShilei" initials="Z" lastIdx="0" clrIdx="1727"/>
  <p:cmAuthor id="1729" name="8618608404186" initials="" lastIdx="0" clrIdx="1728"/>
  <p:cmAuthor id="1730" name="未知用户471" initials="未" lastIdx="0" clrIdx="1729"/>
  <p:cmAuthor id="1731" name="未知用户472" initials="未" lastIdx="0" clrIdx="1730"/>
  <p:cmAuthor id="1732" name="恩智 刘" initials="恩刘" lastIdx="0" clrIdx="1731"/>
  <p:cmAuthor id="1733" name="裴建英" initials="裴" lastIdx="0" clrIdx="1732"/>
  <p:cmAuthor id="1734" name="杨晓明" initials="杨" lastIdx="0" clrIdx="1733"/>
  <p:cmAuthor id="1735" name="林泉" initials="林" lastIdx="0" clrIdx="1734"/>
  <p:cmAuthor id="1736" name="闵容" initials="刘妍" lastIdx="0" clrIdx="1735"/>
  <p:cmAuthor id="1737" name="guant" initials="g" lastIdx="0" clrIdx="1736"/>
  <p:cmAuthor id="1738" name="未知用户480" initials="未" lastIdx="0" clrIdx="1737"/>
  <p:cmAuthor id="1739" name="孙雨琛" initials="孙" lastIdx="0" clrIdx="1738"/>
  <p:cmAuthor id="1740" name="未知用户484" initials="未" lastIdx="0" clrIdx="1739"/>
  <p:cmAuthor id="432904818" name="Endless" initials="E" lastIdx="1" clrIdx="837"/>
  <p:cmAuthor id="1741" name="未知用户487" initials="未" lastIdx="0" clrIdx="1740"/>
  <p:cmAuthor id="1742" name="wy" initials="w" lastIdx="0" clrIdx="1741"/>
  <p:cmAuthor id="1743" name="seki" initials="s" lastIdx="0" clrIdx="1742"/>
  <p:cmAuthor id="1744" name="韩纪元" initials="韩" lastIdx="0" clrIdx="1743"/>
  <p:cmAuthor id="567896727" name="暴躁火柴人" initials="暴" lastIdx="3" clrIdx="640"/>
  <p:cmAuthor id="1745" name="ADMIN" initials="A" lastIdx="0" clrIdx="1744"/>
  <p:cmAuthor id="1746" name="10322559" initials="1" lastIdx="0" clrIdx="1745"/>
  <p:cmAuthor id="1747" name="晓琳 李" initials="晓琳" lastIdx="0" clrIdx="1746"/>
  <p:cmAuthor id="1748" name="10011306" initials="1" lastIdx="0" clrIdx="1747"/>
  <p:cmAuthor id="1749" name="艾启明" initials="A" lastIdx="0" clrIdx="1748"/>
  <p:cmAuthor id="1750" name="李楠10204198" initials="李" lastIdx="0" clrIdx="1749"/>
  <p:cmAuthor id="1751" name="董艺萱00344473" initials="董" lastIdx="0" clrIdx="1750"/>
  <p:cmAuthor id="1752" name="刘清照" initials="刘" lastIdx="0" clrIdx="1751"/>
  <p:cmAuthor id="1753" name="10074613" initials="1" lastIdx="0" clrIdx="1752"/>
  <p:cmAuthor id="1754" name="XuFeng" initials="XF" lastIdx="0" clrIdx="1753"/>
  <p:cmAuthor id="1755" name="赵静" initials="赵" lastIdx="0" clrIdx="1754"/>
  <p:cmAuthor id="1756" name="10187976@zte.intra" initials="1" lastIdx="0" clrIdx="1755"/>
  <p:cmAuthor id="1757" name="10078316" initials="1" lastIdx="0" clrIdx="1756"/>
  <p:cmAuthor id="1758" name="10245120" initials="1" lastIdx="0" clrIdx="1757"/>
  <p:cmAuthor id="1759" name="HY" initials="H" lastIdx="0" clrIdx="1758"/>
  <p:cmAuthor id="1760" name="难得清闲" initials="难" lastIdx="0" clrIdx="1759"/>
  <p:cmAuthor id="1761" name="LeonLin" initials="L" lastIdx="0" clrIdx="1760"/>
  <p:cmAuthor id="1762" name="楠已置信✔️" initials="楠" lastIdx="0" clrIdx="1761"/>
  <p:cmAuthor id="1763" name="无声风铃" initials="无" lastIdx="0" clrIdx="1762"/>
  <p:cmAuthor id="1764" name="马乔" initials="马" lastIdx="0" clrIdx="1763"/>
  <p:cmAuthor id="1765" name="黄金超" initials="黄" lastIdx="0" clrIdx="1764"/>
  <p:cmAuthor id="1766" name="yuhx34" initials="y" lastIdx="0" clrIdx="1765"/>
  <p:cmAuthor id="1767" name="mystic" initials="m" lastIdx="0" clrIdx="1766"/>
  <p:cmAuthor id="1768" name="郝锦涛" initials="郝" lastIdx="0" clrIdx="1767"/>
  <p:cmAuthor id="1769" name="ηλιοφάνεια" initials="η" lastIdx="0" clrIdx="1768"/>
  <p:cmAuthor id="1770" name="WPS_1655687181" initials="W" lastIdx="0" clrIdx="1769"/>
  <p:cmAuthor id="1771" name="小荣" initials="小" lastIdx="0" clrIdx="1770"/>
  <p:cmAuthor id="1772" name="F。" initials="F" lastIdx="0" clrIdx="1771"/>
  <p:cmAuthor id="1773" name="8237476979" initials="8" lastIdx="0" clrIdx="1772"/>
  <p:cmAuthor id="1774" name="云晗雨" initials="云" lastIdx="0" clrIdx="1773"/>
  <p:cmAuthor id="1775" name="可婷儿" initials="可" lastIdx="0" clrIdx="1774"/>
  <p:cmAuthor id="1776" name="E" initials="E" lastIdx="0" clrIdx="1775"/>
  <p:cmAuthor id="1777" name="Go To" initials="G" lastIdx="0" clrIdx="1776"/>
  <p:cmAuthor id="1778" name="歡" initials="歡" lastIdx="0" clrIdx="1777"/>
  <p:cmAuthor id="1779" name="Vincent" initials="V" lastIdx="0" clrIdx="1778"/>
  <p:cmAuthor id="1780" name="90594" initials="9" lastIdx="0" clrIdx="1779"/>
  <p:cmAuthor id="1781" name="Биндэреэ" initials="Б" lastIdx="0" clrIdx="1780"/>
  <p:cmAuthor id="448587879" name="QMY" initials="Q" lastIdx="5" clrIdx="39"/>
  <p:cmAuthor id="1782" name="张斐轶" initials="张" lastIdx="0" clrIdx="1781"/>
  <p:cmAuthor id="1783" name="Jinyue" initials="J" lastIdx="0" clrIdx="1782"/>
  <p:cmAuthor id="1784" name="fang" initials="f" lastIdx="0" clrIdx="1783"/>
  <p:cmAuthor id="1785" name=" 橘子的美好生活" initials="" lastIdx="0" clrIdx="1784"/>
  <p:cmAuthor id="1786" name="髙髙髙" initials="髙" lastIdx="0" clrIdx="1785"/>
  <p:cmAuthor id="244425171" name="Mars.T" initials="M" lastIdx="1" clrIdx="334"/>
  <p:cmAuthor id="1787" name="haixin" initials="h" lastIdx="0" clrIdx="1786"/>
  <p:cmAuthor id="1788" name="WPS_1681376038" initials="W" lastIdx="0" clrIdx="1787"/>
  <p:cmAuthor id="1789" name="潘阿槑" initials="潘" lastIdx="0" clrIdx="1788"/>
  <p:cmAuthor id="1790" name="Doria." initials="D" lastIdx="0" clrIdx="1789"/>
  <p:cmAuthor id="1791" name="sushanshan1" initials="s" lastIdx="0" clrIdx="1790"/>
  <p:cmAuthor id="1792" name="梁文婷" initials="梁" lastIdx="0" clrIdx="1791"/>
  <p:cmAuthor id="1793" name="Ronnie" initials="R" lastIdx="0" clrIdx="1792"/>
  <p:cmAuthor id="617885885" name="类" initials="类" lastIdx="1" clrIdx="671"/>
  <p:cmAuthor id="1794" name="却闻周郎故" initials="却" lastIdx="0" clrIdx="1793"/>
  <p:cmAuthor id="1795" name="Lily" initials="L" lastIdx="0" clrIdx="1794"/>
  <p:cmAuthor id="1796" name="赵雨晨" initials="赵" lastIdx="0" clrIdx="1795"/>
  <p:cmAuthor id="1797" name="王然" initials="王" lastIdx="0" clrIdx="1796"/>
  <p:cmAuthor id="1798" name="刘艾旸" initials="刘" lastIdx="0" clrIdx="1797"/>
  <p:cmAuthor id="1799" name="冷呆冷呆的" initials="冷" lastIdx="0" clrIdx="1798"/>
  <p:cmAuthor id="1800" name="SOME" initials="S" lastIdx="0" clrIdx="1799"/>
  <p:cmAuthor id="1801" name="q60052952" initials="q" lastIdx="0" clrIdx="1800"/>
  <p:cmAuthor id="1802" name="jiangmm10" initials="j" lastIdx="0" clrIdx="1801"/>
  <p:cmAuthor id="1803" name="momo" initials="m" lastIdx="0" clrIdx="1802"/>
  <p:cmAuthor id="1804" name="liwn56" initials="l" lastIdx="0" clrIdx="1803"/>
  <p:cmAuthor id="1805" name="wangxj1013" initials="w" lastIdx="0" clrIdx="1804"/>
  <p:cmAuthor id="1806" name="chawm1" initials="c" lastIdx="0" clrIdx="1805"/>
  <p:cmAuthor id="1807" name="刘佳佳" initials="刘" lastIdx="0" clrIdx="1806"/>
  <p:cmAuthor id="1808" name="刘洪伟" initials="刘" lastIdx="0" clrIdx="1807"/>
  <p:cmAuthor id="1809" name="xiaojy21" initials="x" lastIdx="0" clrIdx="1808"/>
  <p:cmAuthor id="1810" name="文向阳" initials="文" lastIdx="0" clrIdx="1809"/>
  <p:cmAuthor id="1811" name="陈 淑旸" initials="陈" lastIdx="0" clrIdx="1810"/>
  <p:cmAuthor id="1812" name="帅帅 俊俊子" initials="帅" lastIdx="0" clrIdx="1811"/>
  <p:cmAuthor id="1813" name="Cui Yun" initials="C" lastIdx="0" clrIdx="1812"/>
  <p:cmAuthor id="1814" name="Cedric Lin" initials="C" lastIdx="0" clrIdx="1813"/>
  <p:cmAuthor id="1815" name="Bonnie XH" initials="B" lastIdx="0" clrIdx="1814"/>
  <p:cmAuthor id="1816" name="Niya Wang" initials="N" lastIdx="0" clrIdx="1815"/>
  <p:cmAuthor id="1817" name="Vera BX Liu" initials="V" lastIdx="0" clrIdx="1816"/>
  <p:cmAuthor id="1818" name="Candy Hao" initials="C" lastIdx="0" clrIdx="1817"/>
  <p:cmAuthor id="1819" name="hkyzhy555@sina.com" initials="h" lastIdx="0" clrIdx="1818"/>
  <p:cmAuthor id="1820" name="钢华" initials="钢" lastIdx="0" clrIdx="1819"/>
  <p:cmAuthor id="1821" name="汤 海宝" initials="汤" lastIdx="0" clrIdx="1820"/>
  <p:cmAuthor id="1822" name="何子文" initials="何" lastIdx="0" clrIdx="1821"/>
  <p:cmAuthor id="1823" name="T480" initials="T" lastIdx="0" clrIdx="1822"/>
  <p:cmAuthor id="1824" name="刘阳" initials="刘" lastIdx="0" clrIdx="1823"/>
  <p:cmAuthor id="1825" name="小情绪ぅ" initials="小" lastIdx="0" clrIdx="1824"/>
  <p:cmAuthor id="1826" name="朱永杰" initials="朱" lastIdx="0" clrIdx="1825"/>
  <p:cmAuthor id="1827" name="田鑫" initials="田" lastIdx="0" clrIdx="1826"/>
  <p:cmAuthor id="1828" name="冯芳" initials="冯" lastIdx="0" clrIdx="1827"/>
  <p:cmAuthor id="1829" name="林岚" initials="林" lastIdx="0" clrIdx="1828"/>
  <p:cmAuthor id="1830" name="duzl0" initials="d" lastIdx="0" clrIdx="1829"/>
  <p:cmAuthor id="1831" name="陈" initials="陈" lastIdx="0" clrIdx="1830"/>
  <p:cmAuthor id="1832" name="杨登杰" initials="杨" lastIdx="0" clrIdx="1831"/>
  <p:cmAuthor id="1833" name="达不溜叁" initials="达" lastIdx="0" clrIdx="1832"/>
  <p:cmAuthor id="1834" name="ZQBG-WS" initials="Z" lastIdx="0" clrIdx="1833"/>
  <p:cmAuthor id="1835" name="刘琛" initials="刘" lastIdx="0" clrIdx="1834"/>
  <p:cmAuthor id="1836" name="许可" initials="许" lastIdx="0" clrIdx="1835"/>
  <p:cmAuthor id="1837" name="小青蛙" initials="小" lastIdx="0" clrIdx="1836"/>
  <p:cmAuthor id="1838" name="刘" initials="刘" lastIdx="0" clrIdx="1837"/>
  <p:cmAuthor id="1839" name="ريم." initials="ر" lastIdx="0" clrIdx="1838"/>
  <p:cmAuthor id="1840" name="Cushion" initials="C" lastIdx="0" clrIdx="1839"/>
  <p:cmAuthor id="1841" name="文文" initials="文" lastIdx="0" clrIdx="1840"/>
  <p:cmAuthor id="1842" name="mouse zz" initials="mz" lastIdx="0" clrIdx="1841"/>
  <p:cmAuthor id="1843" name="luhx26" initials="l" lastIdx="0" clrIdx="1842"/>
  <p:cmAuthor id="1844" name="zhaozhao" initials="z" lastIdx="0" clrIdx="1843"/>
  <p:cmAuthor id="1845" name="李璐璐" initials="李" lastIdx="0" clrIdx="1844"/>
  <p:cmAuthor id="1846" name="lwrda" initials="l" lastIdx="0" clrIdx="1845"/>
  <p:cmAuthor id="1847" name="超哥" initials="超" lastIdx="0" clrIdx="1846"/>
  <p:cmAuthor id="1848" name="秃然的自我" initials="秃" lastIdx="0" clrIdx="1847"/>
  <p:cmAuthor id="1849" name="西安集优尤栋伟18631220618" initials="西" lastIdx="0" clrIdx="1848"/>
  <p:cmAuthor id="1850" name="♡汤圆♪" initials="♡" lastIdx="0" clrIdx="1849"/>
  <p:cmAuthor id="1851" name="节潇" initials="节" lastIdx="0" clrIdx="1850"/>
  <p:cmAuthor id="1852" name="咸鱼  谢" initials="咸" lastIdx="0" clrIdx="1851"/>
  <p:cmAuthor id="1853" name="姜楠" initials="姜" lastIdx="0" clrIdx="1852"/>
  <p:cmAuthor id="1854" name="夏唯天" initials="夏" lastIdx="0" clrIdx="1853"/>
  <p:cmAuthor id="1855" name="Sandy" initials="S" lastIdx="0" clrIdx="1854"/>
  <p:cmAuthor id="198704477" name="雷迎颖" initials="雷" lastIdx="1" clrIdx="839"/>
  <p:cmAuthor id="1856" name="Yijin_cc" initials="Y" lastIdx="0" clrIdx="1855"/>
  <p:cmAuthor id="1857" name="10120993" initials="1" lastIdx="0" clrIdx="1856"/>
  <p:cmAuthor id="1858" name="未知用户125" initials="未" lastIdx="0" clrIdx="1857"/>
  <p:cmAuthor id="1859" name="玉洁不是玉杰" initials="玉" lastIdx="0" clrIdx="1858"/>
  <p:cmAuthor id="1860" name="李晓波" initials="李" lastIdx="0" clrIdx="1859"/>
  <p:cmAuthor id="1861" name="梁月仙" initials="梁" lastIdx="0" clrIdx="1860"/>
  <p:cmAuthor id="1862" name="17126" initials="1" lastIdx="0" clrIdx="1861"/>
  <p:cmAuthor id="1863" name="A9858" initials="" lastIdx="0" clrIdx="1862"/>
  <p:cmAuthor id="1864" name="佟" initials="佟" lastIdx="0" clrIdx="1863"/>
  <p:cmAuthor id="1865" name="hxt" initials="h" lastIdx="0" clrIdx="1864"/>
  <p:cmAuthor id="1866" name="刘俊杰" initials="刘" lastIdx="0" clrIdx="1865"/>
  <p:cmAuthor id="1867" name="Zach" initials="Z" lastIdx="0" clrIdx="1866"/>
  <p:cmAuthor id="1868" name="王娴" initials="王" lastIdx="0" clrIdx="1867"/>
  <p:cmAuthor id="1869" name="韩永光" initials="韩" lastIdx="0" clrIdx="1868"/>
  <p:cmAuthor id="1870" name="杨程名" initials="ming" lastIdx="0" clrIdx="1869"/>
  <p:cmAuthor id="1871" name="jean luo" initials="jl" lastIdx="0" clrIdx="1870"/>
  <p:cmAuthor id="1872" name="饶树成" initials="饶" lastIdx="0" clrIdx="1871"/>
  <p:cmAuthor id="1873" name="Johnny Hsieh" initials="J" lastIdx="0" clrIdx="1872"/>
  <p:cmAuthor id="1874" name="dell" initials="d" lastIdx="0" clrIdx="1873"/>
  <p:cmAuthor id="1875" name="徐静" initials="徐" lastIdx="0" clrIdx="1874"/>
  <p:cmAuthor id="1876" name="lk" initials="l" lastIdx="0" clrIdx="1875"/>
  <p:cmAuthor id="1877" name="赵婉蓉" initials="赵" lastIdx="0" clrIdx="1876"/>
  <p:cmAuthor id="1878" name="张梓庆" initials="张" lastIdx="0" clrIdx="1877"/>
  <p:cmAuthor id="1879" name="张师" initials="张" lastIdx="0" clrIdx="1878"/>
  <p:cmAuthor id="1880" name="张田田" initials="张" lastIdx="0" clrIdx="1879"/>
  <p:cmAuthor id="1881" name="孔凡娟" initials="孔" lastIdx="0" clrIdx="1880"/>
  <p:cmAuthor id="1882" name="计君" initials="计" lastIdx="0" clrIdx="1881"/>
  <p:cmAuthor id="1883" name="孙晓兰" initials="孙" lastIdx="0" clrIdx="1882"/>
  <p:cmAuthor id="1574032945" name="企业用户_1424318118" initials="企" lastIdx="1" clrIdx="642"/>
  <p:cmAuthor id="1884" name="李勇路" initials="李" lastIdx="0" clrIdx="1883"/>
  <p:cmAuthor id="1885" name="田延刚" initials="田" lastIdx="0" clrIdx="1884"/>
  <p:cmAuthor id="1886" name="程佳琳" initials="程" lastIdx="0" clrIdx="1885"/>
  <p:cmAuthor id="1887" name="dongxin" initials="d" lastIdx="0" clrIdx="1886"/>
  <p:cmAuthor id="1888" name="yangqd3" initials="y" lastIdx="0" clrIdx="1887"/>
  <p:cmAuthor id="1889" name="杨启明" initials="杨" lastIdx="0" clrIdx="1888"/>
  <p:cmAuthor id="1890" name="Owner" initials="O" lastIdx="0" clrIdx="1889"/>
  <p:cmAuthor id="1891" name="尚磊" initials="尚" lastIdx="0" clrIdx="1890"/>
  <p:cmAuthor id="1892" name="未知用户474" initials="未" lastIdx="0" clrIdx="1891"/>
  <p:cmAuthor id="1893" name="丛婉" initials="丛" lastIdx="0" clrIdx="1892"/>
  <p:cmAuthor id="1894" name="Redarmy270" initials="R" lastIdx="0" clrIdx="1893"/>
  <p:cmAuthor id="1895" name="郑 传峰" initials="郑" lastIdx="0" clrIdx="1894"/>
  <p:cmAuthor id="1896" name="成湘龙" initials="成" lastIdx="0" clrIdx="1895"/>
  <p:cmAuthor id="1897" name="10350" initials="1" lastIdx="0" clrIdx="1896"/>
  <p:cmAuthor id="1898" name="10080235" initials="1" lastIdx="0" clrIdx="1897"/>
  <p:cmAuthor id="1899" name="cutc_xubo" initials="c" lastIdx="0" clrIdx="1898"/>
  <p:cmAuthor id="1900" name="未知用户306" initials="未" lastIdx="0" clrIdx="1899"/>
  <p:cmAuthor id="1901" name="1" initials="1" lastIdx="0" clrIdx="1900"/>
  <p:cmAuthor id="1902" name="86176" initials="8" lastIdx="0" clrIdx="1901"/>
  <p:cmAuthor id="1903" name="zhouMa" initials="z" lastIdx="0" clrIdx="1902"/>
  <p:cmAuthor id="1904" name="ren zhongyuan" initials="rz" lastIdx="0" clrIdx="1903"/>
  <p:cmAuthor id="1905" name="zhangmt" initials="mz" lastIdx="0" clrIdx="1904"/>
  <p:cmAuthor id="1906" name="zhaochunxi" initials="z" lastIdx="0" clrIdx="1905"/>
  <p:cmAuthor id="1907" name="陶继业" initials="cuc" lastIdx="0" clrIdx="1906"/>
  <p:cmAuthor id="1908" name="others" initials="w" lastIdx="0" clrIdx="1907"/>
  <p:cmAuthor id="1909" name="XU WEI" initials="" lastIdx="0" clrIdx="1908"/>
  <p:cmAuthor id="1910" name="zhuang" initials="z" lastIdx="0" clrIdx="1909"/>
  <p:cmAuthor id="1911" name="吴胜天10004945" initials="吴胜天10004945" lastIdx="0" clrIdx="1910"/>
  <p:cmAuthor id="1912" name="海燕 焦" initials="海燕" lastIdx="0" clrIdx="1911"/>
  <p:cmAuthor id="1913" name="10008729" initials="whb" lastIdx="0" clrIdx="1912"/>
  <p:cmAuthor id="1914" name="Steve Thorne" initials="S" lastIdx="0" clrIdx="1913"/>
  <p:cmAuthor id="1915" name="smkhan" initials="s" lastIdx="0" clrIdx="1914"/>
  <p:cmAuthor id="1916" name="李超（IT）" initials="L" lastIdx="0" clrIdx="1915"/>
  <p:cmAuthor id="1917" name="cmit_chen" initials="c" lastIdx="0" clrIdx="1916"/>
  <p:cmAuthor id="1918" name="liuweiwan@hq.cmcc" initials="l" lastIdx="0" clrIdx="1917"/>
  <p:cmAuthor id="1919" name="liuwe" initials="l" lastIdx="0" clrIdx="1918"/>
  <p:cmAuthor id="1920" name="M lk" initials="Ml" lastIdx="0" clrIdx="1919"/>
  <p:cmAuthor id="1921" name="震" initials="震" lastIdx="0" clrIdx="1920"/>
  <p:cmAuthor id="1922" name="haomingLiu" initials="h" lastIdx="0" clrIdx="1921"/>
  <p:cmAuthor id="1923" name="Kevin" initials="K" lastIdx="0" clrIdx="1922"/>
  <p:cmAuthor id="1924" name="caipeiyuan@sd.cmcc" initials="caipeiyuan" lastIdx="0" clrIdx="1923"/>
  <p:cmAuthor id="1925" name="shiyong" initials="s" lastIdx="0" clrIdx="1924"/>
  <p:cmAuthor id="1926" name="wangyueran" initials="w" lastIdx="0" clrIdx="1925"/>
  <p:cmAuthor id="1927" name="wuhy@bj.cmcc" initials="w" lastIdx="0" clrIdx="1926"/>
  <p:cmAuthor id="1928" name="Qlstc" initials="Q" lastIdx="0" clrIdx="1927"/>
  <p:cmAuthor id="1929" name="周 宸宇" initials="周" lastIdx="0" clrIdx="1928"/>
  <p:cmAuthor id="1930" name="maaaaaggie" initials="m" lastIdx="0" clrIdx="1929"/>
  <p:cmAuthor id="1931" name="曹 学威" initials="曹" lastIdx="0" clrIdx="1930"/>
  <p:cmAuthor id="1932" name="ssx" initials="ssx" lastIdx="0" clrIdx="1931"/>
  <p:cmAuthor id="1933" name="lily" initials="l" lastIdx="0" clrIdx="1932"/>
  <p:cmAuthor id="1934" name="刘 金环" initials="刘" lastIdx="0" clrIdx="1933"/>
  <p:cmAuthor id="1935" name="翔 姚" initials="翔" lastIdx="0" clrIdx="1934"/>
  <p:cmAuthor id="1936" name="66030012@UE" initials="w" lastIdx="0" clrIdx="1935"/>
  <p:cmAuthor id="1937" name="L L" initials="LL" lastIdx="0" clrIdx="1936"/>
  <p:cmAuthor id="1938" name="xiedk" initials="x" lastIdx="0" clrIdx="1937"/>
  <p:cmAuthor id="1939" name="李 工" initials="李" lastIdx="0" clrIdx="1938"/>
  <p:cmAuthor id="1940" name="1031978425@qq.com" initials="1" lastIdx="0" clrIdx="1939"/>
  <p:cmAuthor id="1941" name="中御壹号" initials="中" lastIdx="0" clrIdx="1940"/>
  <p:cmAuthor id="1942" name="pan hanqi" initials="ph" lastIdx="0" clrIdx="1941"/>
  <p:cmAuthor id="1943" name="詹天仪" initials="詹" lastIdx="0" clrIdx="1942"/>
  <p:cmAuthor id="1944" name="chenhua32" initials="c" lastIdx="0" clrIdx="1943"/>
  <p:cmAuthor id="301370415" name="朵朵" initials="朵" lastIdx="1" clrIdx="828"/>
  <p:cmAuthor id="1945" name="zhongnn" initials="z" lastIdx="0" clrIdx="1944"/>
  <p:cmAuthor id="1946" name="59144" initials="5" lastIdx="0" clrIdx="1945"/>
  <p:cmAuthor id="1947" name="liying" initials="l" lastIdx="0" clrIdx="1946"/>
  <p:cmAuthor id="1948" name="大安安" initials="大" lastIdx="0" clrIdx="1947"/>
  <p:cmAuthor id="1949" name="磊" initials="磊" lastIdx="0" clrIdx="1948"/>
  <p:cmAuthor id="1950" name="张博文" initials="CP" lastIdx="0" clrIdx="1949"/>
  <p:cmAuthor id="1951" name="张琳" initials="U" lastIdx="0" clrIdx="1950"/>
  <p:cmAuthor id="1952" name="龚百中" initials="u" lastIdx="0" clrIdx="1951"/>
  <p:cmAuthor id="1953" name="林穆" initials="b" lastIdx="0" clrIdx="1952"/>
  <p:cmAuthor id="1954" name="reny9" initials="r" lastIdx="0" clrIdx="1953"/>
  <p:cmAuthor id="1955" name="黄荣青" initials="荣青" lastIdx="0" clrIdx="1954"/>
  <p:cmAuthor id="1956" name="李静文" initials="李" lastIdx="0" clrIdx="1955"/>
  <p:cmAuthor id="1957" name="ChinaTea" initials="C" lastIdx="0" clrIdx="1956"/>
  <p:cmAuthor id="1958" name="刘 波" initials="刘" lastIdx="0" clrIdx="1957"/>
  <p:cmAuthor id="1959" name="悠 然" initials="悠" lastIdx="0" clrIdx="1958"/>
  <p:cmAuthor id="1960" name="焦晓风" initials="焦" lastIdx="0" clrIdx="1959"/>
  <p:cmAuthor id="1961" name="yuxi" initials="y" lastIdx="0" clrIdx="1960"/>
  <p:cmAuthor id="691587970" name="小延魔法师" initials="小" lastIdx="1126286" clrIdx="0"/>
  <p:cmAuthor id="1962" name="40130" initials="4" lastIdx="0" clrIdx="1961"/>
  <p:cmAuthor id="691587971" name="刘春杰10244342" initials="刘春杰10244342" lastIdx="1" clrIdx="41"/>
  <p:cmAuthor id="1963" name="魏雅倩" initials="魏" lastIdx="0" clrIdx="1962"/>
  <p:cmAuthor id="691587972" name="li hui" initials="lh" lastIdx="1" clrIdx="50"/>
  <p:cmAuthor id="1964" name="郭中梅" initials="郭" lastIdx="0" clrIdx="1963"/>
  <p:cmAuthor id="691587973" name="未知用户1" initials="未知用户1" lastIdx="1" clrIdx="51"/>
  <p:cmAuthor id="1965" name="ASUS" initials="A" lastIdx="0" clrIdx="1964"/>
  <p:cmAuthor id="691587974" name="wrx" initials="wrx" lastIdx="3" clrIdx="323"/>
  <p:cmAuthor id="1966" name="姜龙玉" initials="姜" lastIdx="0" clrIdx="1965"/>
  <p:cmAuthor id="691587975" name="junqing li" initials="jl" lastIdx="1" clrIdx="331"/>
  <p:cmAuthor id="1967" name="l" initials="l" lastIdx="0" clrIdx="1966"/>
  <p:cmAuthor id="691587976" name="liubin (AD)" initials="l(" lastIdx="1" clrIdx="511"/>
  <p:cmAuthor id="1968" name="东" initials="东" lastIdx="0" clrIdx="1967"/>
  <p:cmAuthor id="691587977" name="莉珊 谢" initials="莉谢" lastIdx="1" clrIdx="634"/>
  <p:cmAuthor id="1969" name="maoc" initials="m" lastIdx="0" clrIdx="1968"/>
  <p:cmAuthor id="691587978" name="liuzh" initials="l" lastIdx="3" clrIdx="691587977"/>
  <p:cmAuthor id="1970" name="Roy" initials="R" lastIdx="0" clrIdx="1969"/>
  <p:cmAuthor id="691587979" name="韩莹莹" initials="韩" lastIdx="1" clrIdx="691587978"/>
  <p:cmAuthor id="1971" name="HCP" initials="H" lastIdx="0" clrIdx="1970"/>
  <p:cmAuthor id="691587980" name="Li Chao" initials="CL" lastIdx="1" clrIdx="691587979"/>
  <p:cmAuthor id="1972" name="dongjg12" initials="d" lastIdx="0" clrIdx="1971"/>
  <p:cmAuthor id="691587981" name="刘津" initials="刘" lastIdx="1" clrIdx="691587980"/>
  <p:cmAuthor id="1973" name="蒋赛" initials="蒋" lastIdx="0" clrIdx="1972"/>
  <p:cmAuthor id="1974" name="My" initials="M" lastIdx="0" clrIdx="1973"/>
  <p:cmAuthor id="1975" name="gaokp" initials="g" lastIdx="0" clrIdx="1974"/>
  <p:cmAuthor id="1976" name="郝欣" initials="郝" lastIdx="0" clrIdx="1975"/>
  <p:cmAuthor id="1977" name="林颖" initials="林" lastIdx="0" clrIdx="1976"/>
  <p:cmAuthor id="1978" name="xingwei hou" initials="xh" lastIdx="0" clrIdx="1977"/>
  <p:cmAuthor id="1979" name="贾航" initials="贾" lastIdx="0" clrIdx="1978"/>
  <p:cmAuthor id="1980" name="jcwang" initials="j" lastIdx="0" clrIdx="1979"/>
  <p:cmAuthor id="1981" name="王林10186938" initials="王林10186938" lastIdx="0" clrIdx="1980"/>
  <p:cmAuthor id="1982" name="wangyishi (A)" initials="w(" lastIdx="0" clrIdx="1981"/>
  <p:cmAuthor id="1983" name="佳慧 戴" initials="佳戴" lastIdx="0" clrIdx="1982"/>
  <p:cmAuthor id="1984" name="于晓燕" initials="于" lastIdx="0" clrIdx="1983"/>
  <p:cmAuthor id="1985" name="张炳涛" initials="张" lastIdx="0" clrIdx="1984"/>
  <p:cmAuthor id="1986" name="未知用户113" initials="未知用户113" lastIdx="0" clrIdx="1985"/>
  <p:cmAuthor id="1987" name="任毅" initials="任" lastIdx="0" clrIdx="1986"/>
  <p:cmAuthor id="1988" name="178405028@qq.com" initials="1" lastIdx="0" clrIdx="1987"/>
  <p:cmAuthor id="1989" name="Agui" initials="A" lastIdx="0" clrIdx="1988"/>
  <p:cmAuthor id="1990" name="岳凯婷" initials="岳" lastIdx="0" clrIdx="1989"/>
  <p:cmAuthor id="1991" name="00030386" initials="0" lastIdx="0" clrIdx="1990"/>
  <p:cmAuthor id="708433798" name="jialuo" initials="j" lastIdx="0" clrIdx="0"/>
  <p:cmAuthor id="1992" name="zhaopj18" initials="z" lastIdx="0" clrIdx="1991"/>
  <p:cmAuthor id="708433799" name="程奥林" initials="程" lastIdx="1" clrIdx="708433798"/>
  <p:cmAuthor id="1993" name="00334816" initials="0" lastIdx="0" clrIdx="1992"/>
  <p:cmAuthor id="708433800" name="yuanyi he" initials="yh" lastIdx="1" clrIdx="708433799"/>
  <p:cmAuthor id="1994" name="尹泽明" initials="尹" lastIdx="0" clrIdx="1993"/>
  <p:cmAuthor id="708433801" name="Liangdp" initials="L" lastIdx="1" clrIdx="708433800"/>
  <p:cmAuthor id="1995" name="常光辉" initials="常" lastIdx="0" clrIdx="1994"/>
  <p:cmAuthor id="708433802" name="liwei" initials="l" lastIdx="1" clrIdx="708433801"/>
  <p:cmAuthor id="1996" name="刘畅" initials="l" lastIdx="0" clrIdx="1995"/>
  <p:cmAuthor id="708433803" name="金旺" initials="金旺" lastIdx="1" clrIdx="708433802"/>
  <p:cmAuthor id="1997" name="标注" initials="B" lastIdx="0" clrIdx="1996"/>
  <p:cmAuthor id="1998" name="冯兰晓" initials="冯" lastIdx="0" clrIdx="1997"/>
  <p:cmAuthor id="1999" name="韩晓宇00207529" initials="韩" lastIdx="0" clrIdx="1998"/>
  <p:cmAuthor id="2000" name="闫永婷" initials="authorId_145877154" lastIdx="0" clrIdx="0"/>
  <p:cmAuthor id="2001" name="潘 晨" initials="潘" lastIdx="2" clrIdx="18"/>
  <p:cmAuthor id="2002" name="song manyi" initials="sm" lastIdx="4" clrIdx="19"/>
  <p:cmAuthor id="2003" name="梁鹏" initials="u" lastIdx="1" clrIdx="35"/>
  <p:cmAuthor id="2004" name="范 斌" initials="范" lastIdx="1" clrIdx="36"/>
  <p:cmAuthor id="2005" name="毕邺" initials="党委办公室" lastIdx="2" clrIdx="37"/>
  <p:cmAuthor id="2006" name="jiaru tiger" initials="jt" lastIdx="2" clrIdx="38"/>
  <p:cmAuthor id="2007" name="ling long" initials="ll" lastIdx="0" clrIdx="2006"/>
  <p:cmAuthor id="2008" name="周 辉" initials="周" lastIdx="0" clrIdx="2007"/>
  <p:cmAuthor id="2009" name="wp" initials="w" lastIdx="0" clrIdx="2008"/>
  <p:cmAuthor id="2010" name="Lucerne" initials="L" lastIdx="0" clrIdx="2009"/>
  <p:cmAuthor id="2011" name="silver1998 silver1998" initials="ss" lastIdx="0" clrIdx="2010"/>
  <p:cmAuthor id="2012" name="CDunicom" initials="C" lastIdx="0" clrIdx="2011"/>
  <p:cmAuthor id="2013" name="10221166" initials="1" lastIdx="0" clrIdx="2012"/>
  <p:cmAuthor id="2014" name="谭政" initials="谭" lastIdx="0" clrIdx="2013"/>
  <p:cmAuthor id="2015" name="李志强" initials="李" lastIdx="0" clrIdx="2014"/>
  <p:cmAuthor id="2016" name="27217" initials="2" lastIdx="0" clrIdx="2015"/>
  <p:cmAuthor id="2017" name="张帅" initials="张" lastIdx="0" clrIdx="2016"/>
  <p:cmAuthor id="2018" name="刘 学君" initials="刘" lastIdx="0" clrIdx="2017"/>
  <p:cmAuthor id="2019" name="Bin Shi" initials="BS" lastIdx="0" clrIdx="2018"/>
  <p:cmAuthor id="2020" name="徐睿" initials="j" lastIdx="0" clrIdx="2019"/>
  <p:cmAuthor id="2021" name="MSI" initials="M" lastIdx="0" clrIdx="2020"/>
  <p:cmAuthor id="2022" name="zhanghui" initials="z" lastIdx="0" clrIdx="2021"/>
  <p:cmAuthor id="2023" name="Q Q" initials="Q" lastIdx="0" clrIdx="2022"/>
  <p:cmAuthor id="2024" name="史璐瑶" initials="史" lastIdx="0" clrIdx="2023"/>
  <p:cmAuthor id="2025" name="幺以谦" initials="幺" lastIdx="0" clrIdx="2024"/>
  <p:cmAuthor id="2026" name="10356" initials="1" lastIdx="0" clrIdx="2025"/>
  <p:cmAuthor id="271115510" name="KwongChi" initials="K" lastIdx="1" clrIdx="650"/>
  <p:cmAuthor id="2027" name="邹清洁" initials="邹" lastIdx="0" clrIdx="2026"/>
  <p:cmAuthor id="199497076" name="zqsgs" initials="z" lastIdx="1" clrIdx="645"/>
  <p:cmAuthor id="2028" name="Unknown User63" initials="U" lastIdx="0" clrIdx="2027"/>
  <p:cmAuthor id="2029" name="喻柳" initials="喻" lastIdx="0" clrIdx="2028"/>
  <p:cmAuthor id="2030" name="乐晓伟" initials="乐" lastIdx="0" clrIdx="2029"/>
  <p:cmAuthor id="2031" name="邱进云" initials="邱" lastIdx="0" clrIdx="2030"/>
  <p:cmAuthor id="2032" name="leibing@cmhi.cmcc" initials="l" lastIdx="0" clrIdx="2031"/>
  <p:cmAuthor id="2033" name="邢燕" initials="u" lastIdx="0" clrIdx="2032"/>
  <p:cmAuthor id="2034" name="泰维 陈" initials="泰陈" lastIdx="0" clrIdx="2033"/>
  <p:cmAuthor id="2035" name="NAN" initials="N" lastIdx="0" clrIdx="2034"/>
  <p:cmAuthor id="2036" name="苏志博_zUFrqQ3Q" initials="authorId_456263772" lastIdx="0" clrIdx="2035"/>
  <p:cmAuthor id="2037" name="LCZ666" initials="L" lastIdx="0" clrIdx="2036"/>
  <p:cmAuthor id="2038" name="曾泽学" initials="曾" lastIdx="0" clrIdx="2037"/>
  <p:cmAuthor id="2039" name="19599" initials="1" lastIdx="0" clrIdx="2038"/>
  <p:cmAuthor id="2040" name="曹旭" initials="曹" lastIdx="0" clrIdx="2039"/>
  <p:cmAuthor id="2041" name="zhangzy31" initials="z" lastIdx="0" clrIdx="2040"/>
  <p:cmAuthor id="393192732" name="晴朗天空" initials="晴" lastIdx="6" clrIdx="822"/>
  <p:cmAuthor id="2042" name="郑晓鹏" initials="郑" lastIdx="0" clrIdx="2041"/>
  <p:cmAuthor id="2043" name="卢茹" initials="卢" lastIdx="0" clrIdx="2042"/>
  <p:cmAuthor id="2044" name="LiuYan" initials="L" lastIdx="0" clrIdx="2043"/>
  <p:cmAuthor id="2045" name="fangang2" initials="f" lastIdx="0" clrIdx="2044"/>
  <p:cmAuthor id="2046" name="罗嫔" initials="罗" lastIdx="0" clrIdx="2045"/>
  <p:cmAuthor id="2047" name="陈伟超" initials="陈" lastIdx="0" clrIdx="2046"/>
  <p:cmAuthor id="2048" name="liuyn35" initials="l" lastIdx="0" clrIdx="2047"/>
  <p:cmAuthor id="2049" name="唐忠前" initials="唐" lastIdx="0" clrIdx="2048"/>
  <p:cmAuthor id="2050" name="86166" initials="8" lastIdx="0" clrIdx="2049"/>
  <p:cmAuthor id="2051" name="Cynthia L" initials="CL" lastIdx="0" clrIdx="2050"/>
  <p:cmAuthor id="2052" name="邓 星" initials="邓" lastIdx="0" clrIdx="2051"/>
  <p:cmAuthor id="2053" name="BruceWick" initials="authorId_450645647" lastIdx="0" clrIdx="2052"/>
  <p:cmAuthor id="2054" name="86132" initials="8" lastIdx="0" clrIdx="2053"/>
  <p:cmAuthor id="2055" name="sdgml" initials="s" lastIdx="0" clrIdx="2054"/>
  <p:cmAuthor id="2056" name="ZHANG" initials="Z" lastIdx="0" clrIdx="2055"/>
  <p:cmAuthor id="2057" name="Vicky" initials="V" lastIdx="0" clrIdx="2056"/>
  <p:cmAuthor id="2058" name="h lm" initials="hl" lastIdx="0" clrIdx="2057"/>
  <p:cmAuthor id="2059" name="Jackie Barlow" initials="" lastIdx="0" clrIdx="2058"/>
  <p:cmAuthor id="2060" name="Lexi LIU" initials="LL" lastIdx="0" clrIdx="2059"/>
  <p:cmAuthor id="2061" name="Erin WANG" initials="EW [2]" lastIdx="0" clrIdx="2060"/>
  <p:cmAuthor id="2062" name="Sean W" initials="SW" lastIdx="0" clrIdx="2061"/>
  <p:cmAuthor id="2063" name="QIZHENG" initials="Q" lastIdx="0" clrIdx="2062"/>
  <p:cmAuthor id="2064" name="陈强" initials="陈" lastIdx="0" clrIdx="2063"/>
  <p:cmAuthor id="2065" name="YJ" initials="Y" lastIdx="0" clrIdx="2064"/>
  <p:cmAuthor id="2066" name="袁灿" initials="袁" lastIdx="0" clrIdx="2065"/>
  <p:cmAuthor id="2067" name="hxh" initials="hxh" lastIdx="0" clrIdx="2066"/>
  <p:cmAuthor id="2068" name="Chang Liu" initials="CL" lastIdx="0" clrIdx="206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0CD"/>
    <a:srgbClr val="BDD7EE"/>
    <a:srgbClr val="5B9BD5"/>
    <a:srgbClr val="2369A7"/>
    <a:srgbClr val="DEEBF7"/>
    <a:srgbClr val="EAE0DE"/>
    <a:srgbClr val="FFFFFF"/>
    <a:srgbClr val="4472C4"/>
    <a:srgbClr val="CB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00" autoAdjust="0"/>
  </p:normalViewPr>
  <p:slideViewPr>
    <p:cSldViewPr snapToGrid="0">
      <p:cViewPr varScale="1">
        <p:scale>
          <a:sx n="109" d="100"/>
          <a:sy n="109" d="100"/>
        </p:scale>
        <p:origin x="270" y="114"/>
      </p:cViewPr>
      <p:guideLst/>
    </p:cSldViewPr>
  </p:slideViewPr>
  <p:notesTextViewPr>
    <p:cViewPr>
      <p:scale>
        <a:sx n="1" d="1"/>
        <a:sy n="1" d="1"/>
      </p:scale>
      <p:origin x="0" y="0"/>
    </p:cViewPr>
  </p:notesText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12951832-44C8-46C5-BE10-F4617F61C979}" type="datetimeFigureOut">
              <a:rPr lang="zh-CN" altLang="en-US" smtClean="0"/>
              <a:t>2026/9/11</a:t>
            </a:fld>
            <a:endParaRPr lang="zh-CN" altLang="en-US"/>
          </a:p>
        </p:txBody>
      </p:sp>
      <p:sp>
        <p:nvSpPr>
          <p:cNvPr id="4" name="页脚占位符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7F2CA982-21C6-4BA6-A859-C889A8743EA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9562C90D-1D56-44F4-A74B-7E82B4C4E013}" type="datetimeFigureOut">
              <a:rPr lang="zh-CN" altLang="en-US" smtClean="0"/>
              <a:t>2026/9/11</a:t>
            </a:fld>
            <a:endParaRPr lang="zh-CN" altLang="en-US"/>
          </a:p>
        </p:txBody>
      </p:sp>
      <p:sp>
        <p:nvSpPr>
          <p:cNvPr id="4" name="幻灯片图像占位符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F84A261A-7A81-4CB7-A8E5-49EE6E2280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highlight>
                <a:srgbClr val="FFFF00"/>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赋能主业培训:检验检测实验室为全国网络运营专业提供数据中心相关理论及现场实操培训</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3" name="标题 1"/>
          <p:cNvSpPr>
            <a:spLocks noGrp="1"/>
          </p:cNvSpPr>
          <p:nvPr>
            <p:ph type="title"/>
          </p:nvPr>
        </p:nvSpPr>
        <p:spPr>
          <a:xfrm>
            <a:off x="252179" y="52726"/>
            <a:ext cx="8587023" cy="649287"/>
          </a:xfrm>
          <a:prstGeom prst="rect">
            <a:avLst/>
          </a:prstGeom>
        </p:spPr>
        <p:txBody>
          <a:bodyPr/>
          <a:lstStyle>
            <a:lvl1pPr>
              <a:defRPr>
                <a:solidFill>
                  <a:schemeClr val="tx1"/>
                </a:solidFill>
                <a:effectLst/>
              </a:defRPr>
            </a:lvl1pPr>
          </a:lstStyle>
          <a:p>
            <a:r>
              <a:rPr lang="zh-CN" altLang="en-US" dirty="0"/>
              <a:t>单击此处编辑母版标题样式</a:t>
            </a:r>
          </a:p>
        </p:txBody>
      </p:sp>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8"/>
            <a:ext cx="2743200" cy="365125"/>
          </a:xfrm>
          <a:prstGeom prst="rect">
            <a:avLst/>
          </a:prstGeom>
        </p:spPr>
        <p:txBody>
          <a:bodyPr/>
          <a:lstStyle>
            <a:lvl1pPr>
              <a:defRPr>
                <a:ea typeface="微软雅黑" panose="020B0503020204020204" pitchFamily="34" charset="-122"/>
              </a:defRPr>
            </a:lvl1pPr>
          </a:lstStyle>
          <a:p>
            <a:endParaRPr lang="zh-CN" altLang="en-US" sz="1350" dirty="0">
              <a:solidFill>
                <a:schemeClr val="tx1"/>
              </a:solidFill>
            </a:endParaRPr>
          </a:p>
        </p:txBody>
      </p:sp>
      <p:sp>
        <p:nvSpPr>
          <p:cNvPr id="4" name="页脚占位符 3"/>
          <p:cNvSpPr>
            <a:spLocks noGrp="1"/>
          </p:cNvSpPr>
          <p:nvPr>
            <p:ph type="ftr" sz="quarter" idx="11"/>
          </p:nvPr>
        </p:nvSpPr>
        <p:spPr>
          <a:xfrm>
            <a:off x="4038600" y="6356358"/>
            <a:ext cx="4114800" cy="365125"/>
          </a:xfrm>
          <a:prstGeom prst="rect">
            <a:avLst/>
          </a:prstGeom>
        </p:spPr>
        <p:txBody>
          <a:bodyPr/>
          <a:lstStyle>
            <a:lvl1pPr>
              <a:defRPr>
                <a:ea typeface="微软雅黑" panose="020B0503020204020204" pitchFamily="34" charset="-122"/>
              </a:defRPr>
            </a:lvl1pPr>
          </a:lstStyle>
          <a:p>
            <a:endParaRPr lang="zh-CN" altLang="zh-CN" dirty="0"/>
          </a:p>
        </p:txBody>
      </p:sp>
      <p:sp>
        <p:nvSpPr>
          <p:cNvPr id="5" name="灯片编号占位符 4"/>
          <p:cNvSpPr>
            <a:spLocks noGrp="1"/>
          </p:cNvSpPr>
          <p:nvPr>
            <p:ph type="sldNum" sz="quarter" idx="12"/>
          </p:nvPr>
        </p:nvSpPr>
        <p:spPr>
          <a:xfrm>
            <a:off x="8610600" y="6356358"/>
            <a:ext cx="2743200" cy="365125"/>
          </a:xfrm>
          <a:prstGeom prst="rect">
            <a:avLst/>
          </a:prstGeom>
        </p:spPr>
        <p:txBody>
          <a:bodyPr/>
          <a:lstStyle>
            <a:lvl1pPr>
              <a:defRPr/>
            </a:lvl1pPr>
          </a:lstStyle>
          <a:p>
            <a:fld id="{96F03016-043E-4A31-94BD-A49978AA2651}" type="slidenum">
              <a:rPr lang="zh-CN" altLang="en-US"/>
              <a:t>‹#›</a:t>
            </a:fld>
            <a:endParaRPr lang="zh-CN" altLang="en-US" sz="1350">
              <a:solidFill>
                <a:schemeClr val="tx1"/>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874EFE36-D904-4FB0-B735-1D577627018D}"/>
              </a:ext>
            </a:extLst>
          </p:cNvPr>
          <p:cNvSpPr/>
          <p:nvPr userDrawn="1"/>
        </p:nvSpPr>
        <p:spPr>
          <a:xfrm>
            <a:off x="-87086" y="801570"/>
            <a:ext cx="10241280" cy="79298"/>
          </a:xfrm>
          <a:prstGeom prst="roundRect">
            <a:avLst>
              <a:gd name="adj" fmla="val 36869"/>
            </a:avLst>
          </a:prstGeom>
          <a:solidFill>
            <a:srgbClr val="0080CD"/>
          </a:solidFill>
        </p:spPr>
        <p:txBody>
          <a:bodyPr wrap="square" rtlCol="0" anchor="ctr">
            <a:noAutofit/>
          </a:bodyPr>
          <a:lstStyle/>
          <a:p>
            <a:pPr marL="285750" indent="-285750" algn="l" defTabSz="179705" fontAlgn="auto">
              <a:lnSpc>
                <a:spcPct val="200000"/>
              </a:lnSpc>
              <a:spcBef>
                <a:spcPts val="0"/>
              </a:spcBef>
              <a:spcAft>
                <a:spcPts val="300"/>
              </a:spcAft>
              <a:buClr>
                <a:srgbClr val="C00000"/>
              </a:buClr>
              <a:buSzTx/>
              <a:buFont typeface="Wingdings" panose="05000000000000000000" charset="0"/>
              <a:buChar char="p"/>
            </a:pPr>
            <a:endParaRPr lang="zh-CN" altLang="en-US" sz="1400" dirty="0">
              <a:latin typeface="微软雅黑" panose="020B0503020204020204" pitchFamily="34" charset="-122"/>
              <a:ea typeface="微软雅黑" panose="020B0503020204020204" pitchFamily="34" charset="-122"/>
              <a:sym typeface="+mn-ea"/>
            </a:endParaRPr>
          </a:p>
        </p:txBody>
      </p:sp>
      <p:sp>
        <p:nvSpPr>
          <p:cNvPr id="6" name="矩形 5">
            <a:extLst>
              <a:ext uri="{FF2B5EF4-FFF2-40B4-BE49-F238E27FC236}">
                <a16:creationId xmlns:a16="http://schemas.microsoft.com/office/drawing/2014/main" id="{DC4CED31-D453-46C6-A140-F2E4605D7B2A}"/>
              </a:ext>
            </a:extLst>
          </p:cNvPr>
          <p:cNvSpPr/>
          <p:nvPr userDrawn="1"/>
        </p:nvSpPr>
        <p:spPr>
          <a:xfrm>
            <a:off x="10232572" y="305721"/>
            <a:ext cx="1628504" cy="57514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3" name="标题 2">
            <a:extLst>
              <a:ext uri="{FF2B5EF4-FFF2-40B4-BE49-F238E27FC236}">
                <a16:creationId xmlns:a16="http://schemas.microsoft.com/office/drawing/2014/main" id="{14883F04-FBD3-4C4D-9A3F-27B4A07CF2FB}"/>
              </a:ext>
            </a:extLst>
          </p:cNvPr>
          <p:cNvSpPr>
            <a:spLocks noGrp="1"/>
          </p:cNvSpPr>
          <p:nvPr>
            <p:ph type="title"/>
          </p:nvPr>
        </p:nvSpPr>
        <p:spPr>
          <a:xfrm>
            <a:off x="402772" y="201904"/>
            <a:ext cx="9559834" cy="575147"/>
          </a:xfrm>
        </p:spPr>
        <p:txBody>
          <a:bodyPr>
            <a:normAutofit/>
          </a:bodyPr>
          <a:lstStyle>
            <a:lvl1pPr>
              <a:defRPr sz="2800">
                <a:latin typeface="思源黑体" panose="020B0500000000000000" pitchFamily="34" charset="-122"/>
                <a:ea typeface="思源黑体" panose="020B0500000000000000" pitchFamily="34" charset="-122"/>
              </a:defRPr>
            </a:lvl1pPr>
          </a:lstStyle>
          <a:p>
            <a:r>
              <a:rPr lang="zh-CN" altLang="en-US"/>
              <a:t>单击此处编辑母版标题样式</a:t>
            </a: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冬奥联通版范例一-空白">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11632EE-2200-47D5-B964-7C2059FCC494}"/>
              </a:ext>
            </a:extLst>
          </p:cNvPr>
          <p:cNvSpPr/>
          <p:nvPr userDrawn="1"/>
        </p:nvSpPr>
        <p:spPr>
          <a:xfrm>
            <a:off x="-60960" y="801570"/>
            <a:ext cx="10154194" cy="84228"/>
          </a:xfrm>
          <a:prstGeom prst="roundRect">
            <a:avLst>
              <a:gd name="adj" fmla="val 36869"/>
            </a:avLst>
          </a:prstGeom>
          <a:solidFill>
            <a:srgbClr val="0080CD"/>
          </a:solidFill>
        </p:spPr>
        <p:txBody>
          <a:bodyPr wrap="square" rtlCol="0" anchor="ctr">
            <a:noAutofit/>
          </a:bodyPr>
          <a:lstStyle/>
          <a:p>
            <a:pPr marL="285750" indent="-285750" algn="l" defTabSz="179705" fontAlgn="auto">
              <a:lnSpc>
                <a:spcPct val="200000"/>
              </a:lnSpc>
              <a:spcBef>
                <a:spcPts val="0"/>
              </a:spcBef>
              <a:spcAft>
                <a:spcPts val="300"/>
              </a:spcAft>
              <a:buClr>
                <a:srgbClr val="C00000"/>
              </a:buClr>
              <a:buSzTx/>
              <a:buFont typeface="Wingdings" panose="05000000000000000000" charset="0"/>
              <a:buChar char="p"/>
            </a:pPr>
            <a:endParaRPr lang="zh-CN" altLang="en-US" sz="1400" dirty="0">
              <a:latin typeface="微软雅黑" panose="020B0503020204020204" pitchFamily="34" charset="-122"/>
              <a:ea typeface="微软雅黑" panose="020B0503020204020204" pitchFamily="34" charset="-122"/>
              <a:sym typeface="+mn-ea"/>
            </a:endParaRPr>
          </a:p>
        </p:txBody>
      </p:sp>
      <p:sp>
        <p:nvSpPr>
          <p:cNvPr id="5" name="矩形 4">
            <a:extLst>
              <a:ext uri="{FF2B5EF4-FFF2-40B4-BE49-F238E27FC236}">
                <a16:creationId xmlns:a16="http://schemas.microsoft.com/office/drawing/2014/main" id="{F9F130F9-86A8-45CE-A3BB-A6BA62A35CC4}"/>
              </a:ext>
            </a:extLst>
          </p:cNvPr>
          <p:cNvSpPr/>
          <p:nvPr userDrawn="1"/>
        </p:nvSpPr>
        <p:spPr>
          <a:xfrm>
            <a:off x="10232572" y="305721"/>
            <a:ext cx="1628504" cy="57514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6" name="标题 2">
            <a:extLst>
              <a:ext uri="{FF2B5EF4-FFF2-40B4-BE49-F238E27FC236}">
                <a16:creationId xmlns:a16="http://schemas.microsoft.com/office/drawing/2014/main" id="{926E502D-CA0A-4A23-AC26-21DB6BEF729C}"/>
              </a:ext>
            </a:extLst>
          </p:cNvPr>
          <p:cNvSpPr>
            <a:spLocks noGrp="1"/>
          </p:cNvSpPr>
          <p:nvPr>
            <p:ph type="title"/>
          </p:nvPr>
        </p:nvSpPr>
        <p:spPr>
          <a:xfrm>
            <a:off x="402772" y="201904"/>
            <a:ext cx="9559834" cy="575147"/>
          </a:xfrm>
        </p:spPr>
        <p:txBody>
          <a:bodyPr>
            <a:normAutofit/>
          </a:bodyPr>
          <a:lstStyle>
            <a:lvl1pPr>
              <a:defRPr sz="2800">
                <a:latin typeface="思源黑体" panose="020B0500000000000000" pitchFamily="34" charset="-122"/>
                <a:ea typeface="思源黑体" panose="020B0500000000000000" pitchFamily="34" charset="-122"/>
              </a:defRPr>
            </a:lvl1pPr>
          </a:lstStyle>
          <a:p>
            <a:r>
              <a:rPr lang="zh-CN" altLang="en-US"/>
              <a:t>单击此处编辑母版标题样式</a:t>
            </a: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 name="标题 1"/>
          <p:cNvSpPr txBox="1"/>
          <p:nvPr userDrawn="1"/>
        </p:nvSpPr>
        <p:spPr>
          <a:xfrm>
            <a:off x="0" y="2879639"/>
            <a:ext cx="12192000" cy="13527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ClrTx/>
              <a:buSzTx/>
              <a:buFontTx/>
            </a:pPr>
            <a:r>
              <a:rPr kumimoji="1" lang="zh-CN" altLang="en-US" sz="4500" dirty="0">
                <a:latin typeface="思源黑体" panose="020B0500000000000000" pitchFamily="34" charset="-122"/>
                <a:ea typeface="思源黑体" panose="020B0500000000000000" pitchFamily="34" charset="-122"/>
                <a:sym typeface="+mn-ea"/>
              </a:rPr>
              <a:t>标题文字第一行</a:t>
            </a:r>
            <a:endParaRPr kumimoji="1" lang="en-US" altLang="zh-CN" sz="4500" dirty="0">
              <a:latin typeface="思源黑体" panose="020B0500000000000000" pitchFamily="34" charset="-122"/>
              <a:ea typeface="思源黑体" panose="020B0500000000000000" pitchFamily="34" charset="-122"/>
              <a:sym typeface="+mn-ea"/>
            </a:endParaRPr>
          </a:p>
          <a:p>
            <a:pPr algn="ctr">
              <a:buClrTx/>
              <a:buSzTx/>
              <a:buFontTx/>
            </a:pPr>
            <a:r>
              <a:rPr kumimoji="1" lang="zh-CN" altLang="en-US" sz="4500" dirty="0">
                <a:solidFill>
                  <a:schemeClr val="tx1"/>
                </a:solidFill>
                <a:latin typeface="思源黑体" panose="020B0500000000000000" pitchFamily="34" charset="-122"/>
                <a:ea typeface="思源黑体" panose="020B0500000000000000" pitchFamily="34" charset="-122"/>
                <a:sym typeface="+mn-ea"/>
              </a:rPr>
              <a:t>标题文字第二行</a:t>
            </a:r>
            <a:endParaRPr kumimoji="1" lang="en-US" altLang="zh-CN" sz="4500" dirty="0">
              <a:solidFill>
                <a:schemeClr val="tx1"/>
              </a:solidFill>
              <a:latin typeface="思源黑体" panose="020B0500000000000000" pitchFamily="34" charset="-122"/>
              <a:ea typeface="思源黑体" panose="020B0500000000000000" pitchFamily="34" charset="-122"/>
            </a:endParaRPr>
          </a:p>
        </p:txBody>
      </p:sp>
      <p:sp>
        <p:nvSpPr>
          <p:cNvPr id="6" name="文本框 5"/>
          <p:cNvSpPr txBox="1"/>
          <p:nvPr userDrawn="1"/>
        </p:nvSpPr>
        <p:spPr>
          <a:xfrm>
            <a:off x="-1" y="4715043"/>
            <a:ext cx="12185301" cy="368300"/>
          </a:xfrm>
          <a:prstGeom prst="rect">
            <a:avLst/>
          </a:prstGeom>
          <a:noFill/>
        </p:spPr>
        <p:txBody>
          <a:bodyPr wrap="square" rtlCol="0">
            <a:spAutoFit/>
          </a:bodyPr>
          <a:lstStyle/>
          <a:p>
            <a:pPr algn="ctr"/>
            <a:r>
              <a:rPr kumimoji="1" lang="zh-CN" altLang="en-US" dirty="0">
                <a:solidFill>
                  <a:schemeClr val="tx1"/>
                </a:solidFill>
                <a:latin typeface="思源黑体" panose="020B0500000000000000" pitchFamily="34" charset="-122"/>
                <a:ea typeface="思源黑体" panose="020B0500000000000000" pitchFamily="34" charset="-122"/>
              </a:rPr>
              <a:t>汇报部门</a:t>
            </a:r>
            <a:endParaRPr kumimoji="1" lang="en-US" altLang="zh-CN" dirty="0">
              <a:solidFill>
                <a:schemeClr val="tx1"/>
              </a:solidFill>
              <a:latin typeface="思源黑体" panose="020B0500000000000000" pitchFamily="34" charset="-122"/>
              <a:ea typeface="思源黑体" panose="020B0500000000000000" pitchFamily="34" charset="-122"/>
            </a:endParaRPr>
          </a:p>
        </p:txBody>
      </p:sp>
      <p:sp>
        <p:nvSpPr>
          <p:cNvPr id="7" name="文本框 6"/>
          <p:cNvSpPr txBox="1"/>
          <p:nvPr userDrawn="1"/>
        </p:nvSpPr>
        <p:spPr>
          <a:xfrm>
            <a:off x="4444" y="5200818"/>
            <a:ext cx="12185301" cy="368300"/>
          </a:xfrm>
          <a:prstGeom prst="rect">
            <a:avLst/>
          </a:prstGeom>
          <a:noFill/>
        </p:spPr>
        <p:txBody>
          <a:bodyPr wrap="square" rtlCol="0">
            <a:spAutoFit/>
          </a:bodyPr>
          <a:lstStyle/>
          <a:p>
            <a:pPr algn="ctr"/>
            <a:r>
              <a:rPr kumimoji="1" lang="zh-CN" altLang="en-US" dirty="0">
                <a:solidFill>
                  <a:schemeClr val="tx1"/>
                </a:solidFill>
                <a:latin typeface="思源黑体" panose="020B0500000000000000" pitchFamily="34" charset="-122"/>
                <a:ea typeface="思源黑体" panose="020B0500000000000000" pitchFamily="34" charset="-122"/>
              </a:rPr>
              <a:t>汇报时间（年月）</a:t>
            </a:r>
          </a:p>
        </p:txBody>
      </p:sp>
      <p:sp>
        <p:nvSpPr>
          <p:cNvPr id="8" name="矩形 7">
            <a:extLst>
              <a:ext uri="{FF2B5EF4-FFF2-40B4-BE49-F238E27FC236}">
                <a16:creationId xmlns:a16="http://schemas.microsoft.com/office/drawing/2014/main" id="{B85C5B68-3F5A-4343-99D9-8A83487DE87A}"/>
              </a:ext>
            </a:extLst>
          </p:cNvPr>
          <p:cNvSpPr/>
          <p:nvPr userDrawn="1"/>
        </p:nvSpPr>
        <p:spPr>
          <a:xfrm>
            <a:off x="9823269" y="427698"/>
            <a:ext cx="1785258" cy="94863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封面">
    <p:spTree>
      <p:nvGrpSpPr>
        <p:cNvPr id="1" name=""/>
        <p:cNvGrpSpPr/>
        <p:nvPr/>
      </p:nvGrpSpPr>
      <p:grpSpPr>
        <a:xfrm>
          <a:off x="0" y="0"/>
          <a:ext cx="0" cy="0"/>
          <a:chOff x="0" y="0"/>
          <a:chExt cx="0" cy="0"/>
        </a:xfrm>
      </p:grpSpPr>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矩形 3">
            <a:extLst>
              <a:ext uri="{FF2B5EF4-FFF2-40B4-BE49-F238E27FC236}">
                <a16:creationId xmlns:a16="http://schemas.microsoft.com/office/drawing/2014/main" id="{973A0E33-61ED-4622-94BD-9521AEF35FF4}"/>
              </a:ext>
            </a:extLst>
          </p:cNvPr>
          <p:cNvSpPr/>
          <p:nvPr userDrawn="1"/>
        </p:nvSpPr>
        <p:spPr>
          <a:xfrm>
            <a:off x="9823269" y="427698"/>
            <a:ext cx="1785258" cy="94863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6" name="标题 5">
            <a:extLst>
              <a:ext uri="{FF2B5EF4-FFF2-40B4-BE49-F238E27FC236}">
                <a16:creationId xmlns:a16="http://schemas.microsoft.com/office/drawing/2014/main" id="{049545E8-4BB1-43EA-89BC-7832767A8472}"/>
              </a:ext>
            </a:extLst>
          </p:cNvPr>
          <p:cNvSpPr>
            <a:spLocks noGrp="1"/>
          </p:cNvSpPr>
          <p:nvPr>
            <p:ph type="title"/>
          </p:nvPr>
        </p:nvSpPr>
        <p:spPr>
          <a:xfrm>
            <a:off x="0" y="2766218"/>
            <a:ext cx="12192000" cy="1962536"/>
          </a:xfrm>
        </p:spPr>
        <p:txBody>
          <a:bodyPr>
            <a:normAutofit/>
          </a:bodyPr>
          <a:lstStyle>
            <a:lvl1pPr algn="ctr">
              <a:defRPr lang="zh-CN" altLang="en-US" sz="4500" kern="1200" dirty="0">
                <a:solidFill>
                  <a:schemeClr val="tx1"/>
                </a:solidFill>
                <a:latin typeface="思源黑体" panose="020B0500000000000000" pitchFamily="34" charset="-122"/>
                <a:ea typeface="思源黑体" panose="020B0500000000000000" pitchFamily="34" charset="-122"/>
                <a:cs typeface="+mj-cs"/>
              </a:defRPr>
            </a:lvl1pPr>
          </a:lstStyle>
          <a:p>
            <a:r>
              <a:rPr lang="zh-CN" altLang="en-US" dirty="0"/>
              <a:t>单击此处编辑母版标题样式</a:t>
            </a:r>
          </a:p>
        </p:txBody>
      </p:sp>
      <p:sp>
        <p:nvSpPr>
          <p:cNvPr id="10" name="文本占位符 9">
            <a:extLst>
              <a:ext uri="{FF2B5EF4-FFF2-40B4-BE49-F238E27FC236}">
                <a16:creationId xmlns:a16="http://schemas.microsoft.com/office/drawing/2014/main" id="{28E1993C-3D11-4AFC-9B72-C90FB20C5F37}"/>
              </a:ext>
            </a:extLst>
          </p:cNvPr>
          <p:cNvSpPr>
            <a:spLocks noGrp="1"/>
          </p:cNvSpPr>
          <p:nvPr>
            <p:ph type="body" sz="quarter" idx="10" hasCustomPrompt="1"/>
          </p:nvPr>
        </p:nvSpPr>
        <p:spPr>
          <a:xfrm>
            <a:off x="0" y="5017817"/>
            <a:ext cx="12192001" cy="339770"/>
          </a:xfrm>
        </p:spPr>
        <p:txBody>
          <a:bodyPr>
            <a:normAutofit/>
          </a:bodyPr>
          <a:lstStyle>
            <a:lvl1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1pPr>
            <a:lvl2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2pPr>
            <a:lvl3pPr marL="914400" indent="0">
              <a:buNone/>
              <a:defRPr/>
            </a:lvl3pPr>
            <a:lvl4pPr marL="1371600" indent="0">
              <a:buNone/>
              <a:defRPr/>
            </a:lvl4pPr>
            <a:lvl5pPr marL="1828800" indent="0">
              <a:buNone/>
              <a:defRPr/>
            </a:lvl5pPr>
          </a:lstStyle>
          <a:p>
            <a:pPr lvl="0"/>
            <a:r>
              <a:rPr lang="zh-CN" altLang="en-US" dirty="0"/>
              <a:t>汇报部门</a:t>
            </a:r>
          </a:p>
        </p:txBody>
      </p:sp>
      <p:sp>
        <p:nvSpPr>
          <p:cNvPr id="12" name="文本占位符 11">
            <a:extLst>
              <a:ext uri="{FF2B5EF4-FFF2-40B4-BE49-F238E27FC236}">
                <a16:creationId xmlns:a16="http://schemas.microsoft.com/office/drawing/2014/main" id="{92FF8C70-ECB4-4587-ACA4-B3C347694D8D}"/>
              </a:ext>
            </a:extLst>
          </p:cNvPr>
          <p:cNvSpPr>
            <a:spLocks noGrp="1"/>
          </p:cNvSpPr>
          <p:nvPr>
            <p:ph type="body" sz="quarter" idx="11" hasCustomPrompt="1"/>
          </p:nvPr>
        </p:nvSpPr>
        <p:spPr>
          <a:xfrm>
            <a:off x="-1" y="5435413"/>
            <a:ext cx="12192001" cy="278719"/>
          </a:xfrm>
        </p:spPr>
        <p:txBody>
          <a:bodyPr/>
          <a:lstStyle>
            <a:lvl1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1pPr>
            <a:lvl2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2pPr>
            <a:lvl3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3pPr>
            <a:lvl4pPr marL="0" indent="0" algn="ctr" defTabSz="914400" rtl="0" eaLnBrk="1" latinLnBrk="0" hangingPunct="1">
              <a:buNone/>
              <a:defRPr kumimoji="1" lang="zh-CN" altLang="en-US" sz="1800" kern="1200" dirty="0" smtClean="0">
                <a:solidFill>
                  <a:schemeClr val="tx1"/>
                </a:solidFill>
                <a:latin typeface="思源黑体" panose="020B0500000000000000" pitchFamily="34" charset="-122"/>
                <a:ea typeface="思源黑体" panose="020B0500000000000000" pitchFamily="34" charset="-122"/>
                <a:cs typeface="+mn-cs"/>
              </a:defRPr>
            </a:lvl4pPr>
            <a:lvl5pPr marL="0" indent="0" algn="ctr" defTabSz="914400" rtl="0" eaLnBrk="1" latinLnBrk="0" hangingPunct="1">
              <a:buNone/>
              <a:defRPr kumimoji="1" lang="zh-CN" altLang="en-US" sz="1800" kern="1200" dirty="0">
                <a:solidFill>
                  <a:schemeClr val="tx1"/>
                </a:solidFill>
                <a:latin typeface="思源黑体" panose="020B0500000000000000" pitchFamily="34" charset="-122"/>
                <a:ea typeface="思源黑体" panose="020B0500000000000000" pitchFamily="34" charset="-122"/>
                <a:cs typeface="+mn-cs"/>
              </a:defRPr>
            </a:lvl5pPr>
          </a:lstStyle>
          <a:p>
            <a:pPr algn="ctr"/>
            <a:r>
              <a:rPr kumimoji="1" lang="zh-CN" altLang="en-US" dirty="0">
                <a:solidFill>
                  <a:schemeClr val="tx1"/>
                </a:solidFill>
                <a:latin typeface="思源黑体" panose="020B0500000000000000" pitchFamily="34" charset="-122"/>
                <a:ea typeface="思源黑体" panose="020B0500000000000000" pitchFamily="34" charset="-122"/>
              </a:rPr>
              <a:t>汇报年月</a:t>
            </a: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A6471AE9-354D-41B6-AB12-9602E8950051}"/>
              </a:ext>
            </a:extLst>
          </p:cNvPr>
          <p:cNvSpPr/>
          <p:nvPr userDrawn="1"/>
        </p:nvSpPr>
        <p:spPr>
          <a:xfrm>
            <a:off x="-95794" y="801569"/>
            <a:ext cx="10189028" cy="84517"/>
          </a:xfrm>
          <a:prstGeom prst="roundRect">
            <a:avLst>
              <a:gd name="adj" fmla="val 36869"/>
            </a:avLst>
          </a:prstGeom>
          <a:solidFill>
            <a:srgbClr val="0080CD"/>
          </a:solidFill>
        </p:spPr>
        <p:txBody>
          <a:bodyPr wrap="square" rtlCol="0" anchor="ctr">
            <a:noAutofit/>
          </a:bodyPr>
          <a:lstStyle/>
          <a:p>
            <a:pPr marL="285750" indent="-285750" algn="l" defTabSz="179705" fontAlgn="auto">
              <a:lnSpc>
                <a:spcPct val="200000"/>
              </a:lnSpc>
              <a:spcBef>
                <a:spcPts val="0"/>
              </a:spcBef>
              <a:spcAft>
                <a:spcPts val="300"/>
              </a:spcAft>
              <a:buClr>
                <a:srgbClr val="C00000"/>
              </a:buClr>
              <a:buSzTx/>
              <a:buFont typeface="Wingdings" panose="05000000000000000000" charset="0"/>
              <a:buChar char="p"/>
            </a:pPr>
            <a:endParaRPr lang="zh-CN" altLang="en-US" sz="1400" dirty="0">
              <a:latin typeface="微软雅黑" panose="020B0503020204020204" pitchFamily="34" charset="-122"/>
              <a:ea typeface="微软雅黑" panose="020B0503020204020204" pitchFamily="34" charset="-122"/>
              <a:sym typeface="+mn-ea"/>
            </a:endParaRPr>
          </a:p>
        </p:txBody>
      </p:sp>
      <p:sp>
        <p:nvSpPr>
          <p:cNvPr id="4" name="矩形 3">
            <a:extLst>
              <a:ext uri="{FF2B5EF4-FFF2-40B4-BE49-F238E27FC236}">
                <a16:creationId xmlns:a16="http://schemas.microsoft.com/office/drawing/2014/main" id="{C949D772-D16C-4B1B-9321-72A894980519}"/>
              </a:ext>
            </a:extLst>
          </p:cNvPr>
          <p:cNvSpPr/>
          <p:nvPr userDrawn="1"/>
        </p:nvSpPr>
        <p:spPr>
          <a:xfrm>
            <a:off x="10232572" y="305721"/>
            <a:ext cx="1628504" cy="57514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5" name="标题 2">
            <a:extLst>
              <a:ext uri="{FF2B5EF4-FFF2-40B4-BE49-F238E27FC236}">
                <a16:creationId xmlns:a16="http://schemas.microsoft.com/office/drawing/2014/main" id="{D148B3A6-1C95-4A90-B0DE-7F5498DF8986}"/>
              </a:ext>
            </a:extLst>
          </p:cNvPr>
          <p:cNvSpPr>
            <a:spLocks noGrp="1"/>
          </p:cNvSpPr>
          <p:nvPr>
            <p:ph type="title"/>
          </p:nvPr>
        </p:nvSpPr>
        <p:spPr>
          <a:xfrm>
            <a:off x="402772" y="201904"/>
            <a:ext cx="9559834" cy="575147"/>
          </a:xfrm>
        </p:spPr>
        <p:txBody>
          <a:bodyPr>
            <a:normAutofit/>
          </a:bodyPr>
          <a:lstStyle>
            <a:lvl1pPr>
              <a:defRPr sz="2800">
                <a:latin typeface="思源黑体" panose="020B0500000000000000" pitchFamily="34" charset="-122"/>
                <a:ea typeface="思源黑体" panose="020B0500000000000000" pitchFamily="34" charset="-122"/>
              </a:defRPr>
            </a:lvl1pPr>
          </a:lstStyle>
          <a:p>
            <a:r>
              <a:rPr lang="zh-CN" altLang="en-US" dirty="0"/>
              <a:t>单击此处编辑母版标题样式</a:t>
            </a: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联通版范例一-目录">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261D426A-2F4F-4180-8A0E-132754A2C9AA}"/>
              </a:ext>
            </a:extLst>
          </p:cNvPr>
          <p:cNvSpPr/>
          <p:nvPr userDrawn="1"/>
        </p:nvSpPr>
        <p:spPr>
          <a:xfrm>
            <a:off x="-95794" y="801569"/>
            <a:ext cx="10189028" cy="84517"/>
          </a:xfrm>
          <a:prstGeom prst="roundRect">
            <a:avLst>
              <a:gd name="adj" fmla="val 36869"/>
            </a:avLst>
          </a:prstGeom>
          <a:solidFill>
            <a:srgbClr val="0080CD"/>
          </a:solidFill>
        </p:spPr>
        <p:txBody>
          <a:bodyPr wrap="square" rtlCol="0" anchor="ctr">
            <a:noAutofit/>
          </a:bodyPr>
          <a:lstStyle/>
          <a:p>
            <a:pPr marL="285750" indent="-285750" algn="l" defTabSz="179705" fontAlgn="auto">
              <a:lnSpc>
                <a:spcPct val="200000"/>
              </a:lnSpc>
              <a:spcBef>
                <a:spcPts val="0"/>
              </a:spcBef>
              <a:spcAft>
                <a:spcPts val="300"/>
              </a:spcAft>
              <a:buClr>
                <a:srgbClr val="C00000"/>
              </a:buClr>
              <a:buSzTx/>
              <a:buFont typeface="Wingdings" panose="05000000000000000000" charset="0"/>
              <a:buChar char="p"/>
            </a:pPr>
            <a:endParaRPr lang="zh-CN" altLang="en-US" sz="1400" dirty="0">
              <a:latin typeface="微软雅黑" panose="020B0503020204020204" pitchFamily="34" charset="-122"/>
              <a:ea typeface="微软雅黑" panose="020B0503020204020204" pitchFamily="34" charset="-122"/>
              <a:sym typeface="+mn-ea"/>
            </a:endParaRPr>
          </a:p>
        </p:txBody>
      </p:sp>
      <p:sp>
        <p:nvSpPr>
          <p:cNvPr id="5" name="矩形 4">
            <a:extLst>
              <a:ext uri="{FF2B5EF4-FFF2-40B4-BE49-F238E27FC236}">
                <a16:creationId xmlns:a16="http://schemas.microsoft.com/office/drawing/2014/main" id="{A50954ED-E40A-42DD-91D7-3D1BDCFE03A6}"/>
              </a:ext>
            </a:extLst>
          </p:cNvPr>
          <p:cNvSpPr/>
          <p:nvPr userDrawn="1"/>
        </p:nvSpPr>
        <p:spPr>
          <a:xfrm>
            <a:off x="10232572" y="305721"/>
            <a:ext cx="1628504" cy="57514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6" name="标题 2">
            <a:extLst>
              <a:ext uri="{FF2B5EF4-FFF2-40B4-BE49-F238E27FC236}">
                <a16:creationId xmlns:a16="http://schemas.microsoft.com/office/drawing/2014/main" id="{09E42CAE-430C-4D98-984B-AA49841D006B}"/>
              </a:ext>
            </a:extLst>
          </p:cNvPr>
          <p:cNvSpPr>
            <a:spLocks noGrp="1"/>
          </p:cNvSpPr>
          <p:nvPr>
            <p:ph type="title"/>
          </p:nvPr>
        </p:nvSpPr>
        <p:spPr>
          <a:xfrm>
            <a:off x="402772" y="201904"/>
            <a:ext cx="9559834" cy="575147"/>
          </a:xfrm>
        </p:spPr>
        <p:txBody>
          <a:bodyPr>
            <a:normAutofit/>
          </a:bodyPr>
          <a:lstStyle>
            <a:lvl1pPr>
              <a:defRPr sz="2800">
                <a:latin typeface="思源黑体" panose="020B0500000000000000" pitchFamily="34" charset="-122"/>
                <a:ea typeface="思源黑体" panose="020B0500000000000000" pitchFamily="34" charset="-122"/>
              </a:defRPr>
            </a:lvl1pPr>
          </a:lstStyle>
          <a:p>
            <a:r>
              <a:rPr lang="zh-CN" altLang="en-US" dirty="0"/>
              <a:t>单击此处编辑母版标题样式</a:t>
            </a: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正文">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6A2ABF00-B411-45A1-94FE-9C91554509D6}"/>
              </a:ext>
            </a:extLst>
          </p:cNvPr>
          <p:cNvSpPr/>
          <p:nvPr userDrawn="1"/>
        </p:nvSpPr>
        <p:spPr>
          <a:xfrm>
            <a:off x="-165463" y="801569"/>
            <a:ext cx="10258697" cy="85095"/>
          </a:xfrm>
          <a:prstGeom prst="roundRect">
            <a:avLst>
              <a:gd name="adj" fmla="val 36869"/>
            </a:avLst>
          </a:prstGeom>
          <a:solidFill>
            <a:srgbClr val="0080CD"/>
          </a:solidFill>
        </p:spPr>
        <p:txBody>
          <a:bodyPr wrap="square" rtlCol="0" anchor="ctr">
            <a:noAutofit/>
          </a:bodyPr>
          <a:lstStyle/>
          <a:p>
            <a:pPr marL="285750" indent="-285750" algn="l" defTabSz="179705" fontAlgn="auto">
              <a:lnSpc>
                <a:spcPct val="200000"/>
              </a:lnSpc>
              <a:spcBef>
                <a:spcPts val="0"/>
              </a:spcBef>
              <a:spcAft>
                <a:spcPts val="300"/>
              </a:spcAft>
              <a:buClr>
                <a:srgbClr val="C00000"/>
              </a:buClr>
              <a:buSzTx/>
              <a:buFont typeface="Wingdings" panose="05000000000000000000" charset="0"/>
              <a:buChar char="p"/>
            </a:pPr>
            <a:endParaRPr lang="zh-CN" altLang="en-US" sz="1400" dirty="0">
              <a:latin typeface="微软雅黑" panose="020B0503020204020204" pitchFamily="34" charset="-122"/>
              <a:ea typeface="微软雅黑" panose="020B0503020204020204" pitchFamily="34" charset="-122"/>
              <a:sym typeface="+mn-ea"/>
            </a:endParaRPr>
          </a:p>
        </p:txBody>
      </p:sp>
      <p:sp>
        <p:nvSpPr>
          <p:cNvPr id="8" name="矩形 7">
            <a:extLst>
              <a:ext uri="{FF2B5EF4-FFF2-40B4-BE49-F238E27FC236}">
                <a16:creationId xmlns:a16="http://schemas.microsoft.com/office/drawing/2014/main" id="{CC3999B7-8710-4761-900C-11C2E94E5C13}"/>
              </a:ext>
            </a:extLst>
          </p:cNvPr>
          <p:cNvSpPr/>
          <p:nvPr userDrawn="1"/>
        </p:nvSpPr>
        <p:spPr>
          <a:xfrm>
            <a:off x="10232572" y="305721"/>
            <a:ext cx="1628504" cy="575147"/>
          </a:xfrm>
          <a:prstGeom prst="rect">
            <a:avLst/>
          </a:prstGeom>
          <a:ln>
            <a:solidFill>
              <a:schemeClr val="tx1"/>
            </a:solidFill>
          </a:ln>
        </p:spPr>
        <p:txBody>
          <a:bodyPr wrap="square" rtlCol="0" anchor="ctr">
            <a:noAutofit/>
          </a:bodyPr>
          <a:lstStyle/>
          <a:p>
            <a:pPr marL="0"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400" dirty="0">
                <a:latin typeface="微软雅黑" panose="020B0503020204020204" pitchFamily="34" charset="-122"/>
                <a:ea typeface="微软雅黑" panose="020B0503020204020204" pitchFamily="34" charset="-122"/>
                <a:sym typeface="+mn-ea"/>
              </a:rPr>
              <a:t>公司</a:t>
            </a:r>
            <a:r>
              <a:rPr lang="en-US" altLang="zh-CN" sz="1400" dirty="0">
                <a:latin typeface="微软雅黑" panose="020B0503020204020204" pitchFamily="34" charset="-122"/>
                <a:ea typeface="微软雅黑" panose="020B0503020204020204" pitchFamily="34" charset="-122"/>
                <a:sym typeface="+mn-ea"/>
              </a:rPr>
              <a:t>Logo</a:t>
            </a:r>
          </a:p>
        </p:txBody>
      </p:sp>
      <p:sp>
        <p:nvSpPr>
          <p:cNvPr id="9" name="标题 2">
            <a:extLst>
              <a:ext uri="{FF2B5EF4-FFF2-40B4-BE49-F238E27FC236}">
                <a16:creationId xmlns:a16="http://schemas.microsoft.com/office/drawing/2014/main" id="{5E25244D-47F4-42DE-BA32-0CE3D3C0746C}"/>
              </a:ext>
            </a:extLst>
          </p:cNvPr>
          <p:cNvSpPr>
            <a:spLocks noGrp="1"/>
          </p:cNvSpPr>
          <p:nvPr>
            <p:ph type="title"/>
          </p:nvPr>
        </p:nvSpPr>
        <p:spPr>
          <a:xfrm>
            <a:off x="402772" y="201904"/>
            <a:ext cx="9559834" cy="575147"/>
          </a:xfrm>
        </p:spPr>
        <p:txBody>
          <a:bodyPr>
            <a:normAutofit/>
          </a:bodyPr>
          <a:lstStyle>
            <a:lvl1pPr>
              <a:defRPr sz="2800">
                <a:latin typeface="思源黑体" panose="020B0500000000000000" pitchFamily="34" charset="-122"/>
                <a:ea typeface="思源黑体" panose="020B0500000000000000" pitchFamily="34" charset="-122"/>
              </a:defRPr>
            </a:lvl1p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7" r:id="rId18"/>
    <p:sldLayoutId id="2147483668" r:id="rId19"/>
    <p:sldLayoutId id="2147483669"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0.xml"/><Relationship Id="rId1" Type="http://schemas.openxmlformats.org/officeDocument/2006/relationships/tags" Target="../tags/tag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9.xml"/><Relationship Id="rId4"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D6ED4-A5F0-46FD-81B0-208D66CCA4DA}"/>
              </a:ext>
            </a:extLst>
          </p:cNvPr>
          <p:cNvSpPr>
            <a:spLocks noGrp="1"/>
          </p:cNvSpPr>
          <p:nvPr>
            <p:ph type="title"/>
          </p:nvPr>
        </p:nvSpPr>
        <p:spPr/>
        <p:txBody>
          <a:bodyPr/>
          <a:lstStyle/>
          <a:p>
            <a:r>
              <a:rPr lang="zh-CN" altLang="en-US" dirty="0"/>
              <a:t>标题</a:t>
            </a:r>
          </a:p>
        </p:txBody>
      </p:sp>
      <p:sp>
        <p:nvSpPr>
          <p:cNvPr id="5" name="文本占位符 4">
            <a:extLst>
              <a:ext uri="{FF2B5EF4-FFF2-40B4-BE49-F238E27FC236}">
                <a16:creationId xmlns:a16="http://schemas.microsoft.com/office/drawing/2014/main" id="{21E54A11-1088-490E-BFD0-E01F7557290B}"/>
              </a:ext>
            </a:extLst>
          </p:cNvPr>
          <p:cNvSpPr>
            <a:spLocks noGrp="1"/>
          </p:cNvSpPr>
          <p:nvPr>
            <p:ph type="body" sz="quarter" idx="10"/>
          </p:nvPr>
        </p:nvSpPr>
        <p:spPr/>
        <p:txBody>
          <a:bodyPr/>
          <a:lstStyle/>
          <a:p>
            <a:endParaRPr lang="zh-CN" altLang="en-US" dirty="0"/>
          </a:p>
        </p:txBody>
      </p:sp>
      <p:sp>
        <p:nvSpPr>
          <p:cNvPr id="8" name="文本占位符 7">
            <a:extLst>
              <a:ext uri="{FF2B5EF4-FFF2-40B4-BE49-F238E27FC236}">
                <a16:creationId xmlns:a16="http://schemas.microsoft.com/office/drawing/2014/main" id="{59B9B8E0-D670-4269-A71B-C8B3616ADFA2}"/>
              </a:ext>
            </a:extLst>
          </p:cNvPr>
          <p:cNvSpPr>
            <a:spLocks noGrp="1"/>
          </p:cNvSpPr>
          <p:nvPr>
            <p:ph type="body" sz="quarter" idx="11"/>
          </p:nvPr>
        </p:nvSpPr>
        <p:spPr/>
        <p:txBody>
          <a:bodyPr>
            <a:normAutofit fontScale="85000" lnSpcReduction="10000"/>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888615" y="2843530"/>
            <a:ext cx="7619365" cy="1380490"/>
            <a:chOff x="3931" y="3662"/>
            <a:chExt cx="11999" cy="2174"/>
          </a:xfrm>
        </p:grpSpPr>
        <p:sp>
          <p:nvSpPr>
            <p:cNvPr id="2" name="Freeform 57"/>
            <p:cNvSpPr/>
            <p:nvPr/>
          </p:nvSpPr>
          <p:spPr bwMode="auto">
            <a:xfrm>
              <a:off x="3931" y="3682"/>
              <a:ext cx="1417"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一</a:t>
              </a:r>
            </a:p>
          </p:txBody>
        </p:sp>
        <p:sp>
          <p:nvSpPr>
            <p:cNvPr id="6" name="Freeform 56"/>
            <p:cNvSpPr/>
            <p:nvPr/>
          </p:nvSpPr>
          <p:spPr bwMode="auto">
            <a:xfrm>
              <a:off x="5521" y="366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dirty="0">
                  <a:latin typeface="思源黑体 CN Medium" panose="020B0600000000000000" charset="-122"/>
                  <a:ea typeface="思源黑体 CN Medium" panose="020B0600000000000000" charset="-122"/>
                  <a:sym typeface="+mn-ea"/>
                </a:rPr>
                <a:t>2026年上半年主要成效</a:t>
              </a:r>
              <a:endParaRPr lang="en-US" altLang="zh-CN" sz="2800" b="1" dirty="0">
                <a:solidFill>
                  <a:schemeClr val="tx1"/>
                </a:solidFill>
                <a:latin typeface="思源黑体 CN Medium" panose="020B0600000000000000" charset="-122"/>
                <a:ea typeface="思源黑体 CN Medium" panose="020B0600000000000000" charset="-122"/>
                <a:sym typeface="+mn-ea"/>
              </a:endParaRPr>
            </a:p>
          </p:txBody>
        </p:sp>
        <p:sp>
          <p:nvSpPr>
            <p:cNvPr id="4" name="Freeform 57"/>
            <p:cNvSpPr/>
            <p:nvPr/>
          </p:nvSpPr>
          <p:spPr bwMode="auto">
            <a:xfrm>
              <a:off x="3932" y="5012"/>
              <a:ext cx="1417" cy="824"/>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二</a:t>
              </a:r>
            </a:p>
          </p:txBody>
        </p:sp>
        <p:sp>
          <p:nvSpPr>
            <p:cNvPr id="7" name="Freeform 56"/>
            <p:cNvSpPr/>
            <p:nvPr/>
          </p:nvSpPr>
          <p:spPr bwMode="auto">
            <a:xfrm>
              <a:off x="5522" y="501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2026年下半年工作安排</a:t>
              </a:r>
            </a:p>
          </p:txBody>
        </p:sp>
      </p:grpSp>
      <p:sp>
        <p:nvSpPr>
          <p:cNvPr id="5" name="标题 4">
            <a:extLst>
              <a:ext uri="{FF2B5EF4-FFF2-40B4-BE49-F238E27FC236}">
                <a16:creationId xmlns:a16="http://schemas.microsoft.com/office/drawing/2014/main" id="{FBD66B0E-8033-47E1-B5DA-8F024E42EA06}"/>
              </a:ext>
            </a:extLst>
          </p:cNvPr>
          <p:cNvSpPr>
            <a:spLocks noGrp="1"/>
          </p:cNvSpPr>
          <p:nvPr>
            <p:ph type="title"/>
          </p:nvPr>
        </p:nvSpPr>
        <p:spPr/>
        <p:txBody>
          <a:bodyPr/>
          <a:lstStyle/>
          <a:p>
            <a:r>
              <a:rPr lang="zh-CN" altLang="en-US"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4">
            <a:duotone>
              <a:prstClr val="black"/>
              <a:srgbClr val="5B9BD5">
                <a:tint val="45000"/>
                <a:satMod val="400000"/>
              </a:srgbClr>
            </a:duotone>
          </a:blip>
          <a:stretch>
            <a:fillRect/>
          </a:stretch>
        </p:blipFill>
        <p:spPr>
          <a:xfrm rot="5400000" flipH="1">
            <a:off x="5960110" y="-2132330"/>
            <a:ext cx="190500" cy="10784840"/>
          </a:xfrm>
          <a:prstGeom prst="rect">
            <a:avLst/>
          </a:prstGeom>
        </p:spPr>
      </p:pic>
      <p:sp>
        <p:nvSpPr>
          <p:cNvPr id="3" name="标题 2">
            <a:extLst>
              <a:ext uri="{FF2B5EF4-FFF2-40B4-BE49-F238E27FC236}">
                <a16:creationId xmlns:a16="http://schemas.microsoft.com/office/drawing/2014/main" id="{155E526E-A173-4FCA-B4D1-D7A89D2EE51E}"/>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2</a:t>
            </a:fld>
            <a:endParaRPr lang="zh-CN" altLang="en-US"/>
          </a:p>
        </p:txBody>
      </p:sp>
      <p:sp>
        <p:nvSpPr>
          <p:cNvPr id="7" name="矩形 6"/>
          <p:cNvSpPr/>
          <p:nvPr/>
        </p:nvSpPr>
        <p:spPr>
          <a:xfrm>
            <a:off x="288925" y="1056640"/>
            <a:ext cx="11482705" cy="57594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254000" y="1817370"/>
            <a:ext cx="11682095" cy="1355725"/>
          </a:xfrm>
          <a:prstGeom prst="rect">
            <a:avLst/>
          </a:prstGeom>
          <a:noFill/>
        </p:spPr>
        <p:txBody>
          <a:bodyPr wrap="square" rtlCol="0" anchor="t">
            <a:spAutoFit/>
          </a:bodyPr>
          <a:lstStyle/>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4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28040" lvl="1" indent="-285750" algn="just" defTabSz="1726565" eaLnBrk="0" fontAlgn="auto" hangingPunct="0">
              <a:lnSpc>
                <a:spcPct val="120000"/>
              </a:lnSpc>
              <a:spcBef>
                <a:spcPts val="0"/>
              </a:spcBef>
              <a:spcAft>
                <a:spcPts val="600"/>
              </a:spcAft>
              <a:buClr>
                <a:srgbClr val="2E75B6"/>
              </a:buClr>
              <a:buSzTx/>
              <a:buFont typeface="Arial" panose="020B0604020202020204" pitchFamily="34" charset="0"/>
              <a:buChar char="•"/>
              <a:defRPr/>
            </a:pP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400" b="1" kern="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9" name="形状12323"/>
          <p:cNvSpPr/>
          <p:nvPr/>
        </p:nvSpPr>
        <p:spPr>
          <a:xfrm rot="5400000">
            <a:off x="4448175" y="-641985"/>
            <a:ext cx="3222625" cy="11233785"/>
          </a:xfrm>
          <a:prstGeom prst="roundRect">
            <a:avLst>
              <a:gd name="adj" fmla="val 0"/>
            </a:avLst>
          </a:prstGeom>
          <a:solidFill>
            <a:srgbClr val="3098FF">
              <a:lumMod val="20000"/>
              <a:lumOff val="80000"/>
              <a:alpha val="15079"/>
            </a:srgbClr>
          </a:solidFill>
          <a:ln w="19050" cap="flat" cmpd="sng" algn="ctr">
            <a:solidFill>
              <a:srgbClr val="5B9BD5"/>
            </a:solidFill>
            <a:prstDash val="dash"/>
            <a:miter lim="800000"/>
          </a:ln>
          <a:effectLst/>
        </p:spPr>
        <p:txBody>
          <a:bodyPr rtlCol="0" anchor="ctr">
            <a:noAutofit/>
          </a:bodyPr>
          <a:lstStyle/>
          <a:p>
            <a:pPr lvl="0" algn="ctr">
              <a:buClrTx/>
              <a:buSzTx/>
              <a:buFontTx/>
            </a:pPr>
            <a:endParaRPr lang="en-US" sz="1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graphicFrame>
        <p:nvGraphicFramePr>
          <p:cNvPr id="4" name="表格 3"/>
          <p:cNvGraphicFramePr/>
          <p:nvPr>
            <p:custDataLst>
              <p:tags r:id="rId1"/>
            </p:custDataLst>
            <p:extLst>
              <p:ext uri="{D42A27DB-BD31-4B8C-83A1-F6EECF244321}">
                <p14:modId xmlns:p14="http://schemas.microsoft.com/office/powerpoint/2010/main" val="614290793"/>
              </p:ext>
            </p:extLst>
          </p:nvPr>
        </p:nvGraphicFramePr>
        <p:xfrm>
          <a:off x="504190" y="3439160"/>
          <a:ext cx="11102935" cy="3105785"/>
        </p:xfrm>
        <a:graphic>
          <a:graphicData uri="http://schemas.openxmlformats.org/drawingml/2006/table">
            <a:tbl>
              <a:tblPr firstRow="1" bandRow="1">
                <a:effectLst/>
                <a:tableStyleId>{5C22544A-7EE6-4342-B048-85BDC9FD1C3A}</a:tableStyleId>
              </a:tblPr>
              <a:tblGrid>
                <a:gridCol w="1078865">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316865">
                  <a:extLst>
                    <a:ext uri="{9D8B030D-6E8A-4147-A177-3AD203B41FA5}">
                      <a16:colId xmlns:a16="http://schemas.microsoft.com/office/drawing/2014/main" val="20003"/>
                    </a:ext>
                  </a:extLst>
                </a:gridCol>
                <a:gridCol w="3991610">
                  <a:extLst>
                    <a:ext uri="{9D8B030D-6E8A-4147-A177-3AD203B41FA5}">
                      <a16:colId xmlns:a16="http://schemas.microsoft.com/office/drawing/2014/main" val="20004"/>
                    </a:ext>
                  </a:extLst>
                </a:gridCol>
                <a:gridCol w="315595">
                  <a:extLst>
                    <a:ext uri="{9D8B030D-6E8A-4147-A177-3AD203B41FA5}">
                      <a16:colId xmlns:a16="http://schemas.microsoft.com/office/drawing/2014/main" val="20005"/>
                    </a:ext>
                  </a:extLst>
                </a:gridCol>
                <a:gridCol w="2880000">
                  <a:extLst>
                    <a:ext uri="{9D8B030D-6E8A-4147-A177-3AD203B41FA5}">
                      <a16:colId xmlns:a16="http://schemas.microsoft.com/office/drawing/2014/main" val="20006"/>
                    </a:ext>
                  </a:extLst>
                </a:gridCol>
              </a:tblGrid>
              <a:tr h="238760">
                <a:tc>
                  <a:txBody>
                    <a:bodyPr/>
                    <a:lstStyle/>
                    <a:p>
                      <a:pPr algn="ctr">
                        <a:buNone/>
                      </a:pPr>
                      <a:r>
                        <a:rPr lang="zh-CN" altLang="en-US" sz="1000" dirty="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总体工作情况</a:t>
                      </a: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gridSpan="2">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rPr>
                        <a:t>重点任务</a:t>
                      </a: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5B9BD5"/>
                    </a:solidFill>
                  </a:tcPr>
                </a:tc>
                <a:tc hMerge="1">
                  <a:txBody>
                    <a:bodyPr/>
                    <a:lstStyle/>
                    <a:p>
                      <a:endParaRPr lang="zh-CN"/>
                    </a:p>
                  </a:txBody>
                  <a:tcPr marL="0" marR="0" marT="0" marB="0">
                    <a:lnR>
                      <a:noFill/>
                    </a:lnR>
                    <a:lnT w="12700">
                      <a:solidFill>
                        <a:schemeClr val="bg1"/>
                      </a:solidFill>
                      <a:prstDash val="solid"/>
                    </a:lnT>
                    <a:lnB w="12700">
                      <a:solidFill>
                        <a:schemeClr val="bg1"/>
                      </a:solidFill>
                      <a:prstDash val="solid"/>
                    </a:lnB>
                  </a:tcPr>
                </a:tc>
                <a:tc>
                  <a:txBody>
                    <a:bodyPr/>
                    <a:lstStyle/>
                    <a:p>
                      <a:pPr algn="ctr">
                        <a:buNone/>
                      </a:pPr>
                      <a:endPar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rPr>
                        <a:t>工作策划</a:t>
                      </a: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r>
                        <a:rPr lang="zh-CN" altLang="en-US" sz="1000">
                          <a:solidFill>
                            <a:schemeClr val="bg1"/>
                          </a:solidFill>
                          <a:highlight>
                            <a:srgbClr val="000000">
                              <a:alpha val="0"/>
                            </a:srgbClr>
                          </a:highlight>
                          <a:latin typeface="微软雅黑" panose="020B0503020204020204" pitchFamily="34" charset="-122"/>
                          <a:ea typeface="微软雅黑" panose="020B0503020204020204" pitchFamily="34" charset="-122"/>
                          <a:sym typeface="+mn-ea"/>
                        </a:rPr>
                        <a:t>当前进展</a:t>
                      </a: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50000"/>
                      </a:schemeClr>
                    </a:solidFill>
                  </a:tcPr>
                </a:tc>
                <a:extLst>
                  <a:ext uri="{0D108BD9-81ED-4DB2-BD59-A6C34878D82A}">
                    <a16:rowId xmlns:a16="http://schemas.microsoft.com/office/drawing/2014/main" val="10000"/>
                  </a:ext>
                </a:extLst>
              </a:tr>
              <a:tr h="236855">
                <a:tc rowSpan="5">
                  <a:txBody>
                    <a:bodyPr/>
                    <a:lstStyle/>
                    <a:p>
                      <a:pPr algn="ctr">
                        <a:buNone/>
                      </a:pPr>
                      <a:r>
                        <a:rPr lang="zh-CN" altLang="en-US" sz="1000" b="1"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rPr>
                        <a:t>分项标题</a:t>
                      </a:r>
                      <a:r>
                        <a:rPr lang="en-US" altLang="zh-CN" sz="1000" b="1"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rPr>
                        <a:t>1</a:t>
                      </a:r>
                      <a:endParaRPr lang="zh-CN" altLang="en-US" sz="1000" b="1"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48285">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rowSpan="2">
                  <a:txBody>
                    <a:bodyPr/>
                    <a:lstStyle/>
                    <a:p>
                      <a:pPr algn="ctr">
                        <a:buNone/>
                      </a:pPr>
                      <a:endParaRPr lang="zh-CN" altLang="en-US" sz="1000" b="1"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ClrTx/>
                        <a:buSzTx/>
                        <a:buFontTx/>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marL="0" lvl="1"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rowSpan="2">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ClrTx/>
                        <a:buSzTx/>
                        <a:buFontTx/>
                        <a:buNone/>
                      </a:pPr>
                      <a:endParaRPr lang="zh-CN" altLang="en-US" sz="10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algn="ctr">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38760">
                <a:tc rowSpan="3">
                  <a:txBody>
                    <a:bodyPr/>
                    <a:lstStyle/>
                    <a:p>
                      <a:pPr algn="ctr">
                        <a:buNone/>
                      </a:pP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6"/>
                  </a:ext>
                </a:extLst>
              </a:tr>
              <a:tr h="238125">
                <a:tc vMerge="1">
                  <a:txBody>
                    <a:bodyPr/>
                    <a:lstStyle/>
                    <a:p>
                      <a:endParaRPr lang="zh-CN"/>
                    </a:p>
                  </a:txBody>
                  <a:tcPr marL="0" marR="0" marT="0" marB="0" anchor="ctr">
                    <a:lnL w="12700">
                      <a:solidFill>
                        <a:schemeClr val="bg1"/>
                      </a:solidFill>
                      <a:prstDash val="solid"/>
                    </a:lnL>
                    <a:lnR w="12700">
                      <a:solidFill>
                        <a:schemeClr val="bg1"/>
                      </a:solidFill>
                      <a:prstDash val="solid"/>
                    </a:lnR>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7"/>
                  </a:ext>
                </a:extLst>
              </a:tr>
              <a:tr h="237490">
                <a:tc vMerge="1">
                  <a:txBody>
                    <a:bodyPr/>
                    <a:lstStyle/>
                    <a:p>
                      <a:endParaRPr lang="zh-CN"/>
                    </a:p>
                  </a:txBody>
                  <a:tcPr marL="0" marR="0" marT="0" marB="0" anchor="ctr">
                    <a:lnL w="12700">
                      <a:solidFill>
                        <a:schemeClr val="bg1"/>
                      </a:solidFill>
                      <a:prstDash val="solid"/>
                    </a:lnL>
                    <a:lnR w="12700">
                      <a:solidFill>
                        <a:schemeClr val="bg1"/>
                      </a:solidFill>
                      <a:prstDash val="solid"/>
                    </a:lnR>
                    <a:lnB w="12700">
                      <a:solidFill>
                        <a:schemeClr val="bg1"/>
                      </a:solidFill>
                      <a:prstDash val="solid"/>
                    </a:lnB>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0"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solidFill>
                      <a:schemeClr val="bg1"/>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tc>
                  <a:txBody>
                    <a:bodyPr/>
                    <a:lstStyle/>
                    <a:p>
                      <a:pPr algn="l">
                        <a:buNone/>
                      </a:pPr>
                      <a:endParaRPr lang="zh-CN" altLang="en-US" sz="1000" b="1"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kern="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8"/>
                  </a:ext>
                </a:extLst>
              </a:tr>
              <a:tr h="238760">
                <a:tc rowSpan="2">
                  <a:txBody>
                    <a:bodyPr/>
                    <a:lstStyle/>
                    <a:p>
                      <a:pPr algn="ctr">
                        <a:buNone/>
                      </a:pP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3</a:t>
                      </a:r>
                      <a:endPar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38760">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r h="238760">
                <a:tc rowSpan="2">
                  <a:txBody>
                    <a:bodyPr/>
                    <a:lstStyle/>
                    <a:p>
                      <a:pPr algn="ctr">
                        <a:buNone/>
                      </a:pPr>
                      <a:r>
                        <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分项标题</a:t>
                      </a:r>
                      <a:r>
                        <a:rPr lang="en-US" altLang="zh-CN"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4</a:t>
                      </a:r>
                      <a:endParaRPr lang="zh-CN" altLang="en-US" sz="1000" b="1" noProof="0" dirty="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extLst>
                  <a:ext uri="{0D108BD9-81ED-4DB2-BD59-A6C34878D82A}">
                    <a16:rowId xmlns:a16="http://schemas.microsoft.com/office/drawing/2014/main" val="10011"/>
                  </a:ext>
                </a:extLst>
              </a:tr>
              <a:tr h="238760">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ctr">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ctr">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BDD7EE"/>
                    </a:solidFill>
                  </a:tcPr>
                </a:tc>
                <a:tc>
                  <a:txBody>
                    <a:bodyPr/>
                    <a:lstStyle/>
                    <a:p>
                      <a:pPr algn="l">
                        <a:buNone/>
                      </a:pPr>
                      <a:endParaRPr lang="zh-CN" altLang="en-US" sz="1000" b="1">
                        <a:solidFill>
                          <a:schemeClr val="tx1"/>
                        </a:solidFill>
                        <a:highlight>
                          <a:srgbClr val="000000">
                            <a:alpha val="0"/>
                          </a:srgbClr>
                        </a:highlight>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000" b="0" dirty="0">
                        <a:solidFill>
                          <a:schemeClr val="tx1"/>
                        </a:solidFill>
                        <a:highlight>
                          <a:srgbClr val="000000">
                            <a:alpha val="0"/>
                          </a:srgbClr>
                        </a:highlight>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BDD7EE"/>
                    </a:solidFill>
                  </a:tcPr>
                </a:tc>
                <a:extLst>
                  <a:ext uri="{0D108BD9-81ED-4DB2-BD59-A6C34878D82A}">
                    <a16:rowId xmlns:a16="http://schemas.microsoft.com/office/drawing/2014/main" val="10012"/>
                  </a:ext>
                </a:extLst>
              </a:tr>
            </a:tbl>
          </a:graphicData>
        </a:graphic>
      </p:graphicFrame>
      <p:sp>
        <p:nvSpPr>
          <p:cNvPr id="5" name="任意多边形: 形状 4"/>
          <p:cNvSpPr/>
          <p:nvPr/>
        </p:nvSpPr>
        <p:spPr>
          <a:xfrm rot="5400000">
            <a:off x="2780030" y="4830445"/>
            <a:ext cx="2886075" cy="309880"/>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rgbClr val="3098FF">
                  <a:alpha val="0"/>
                </a:srgbClr>
              </a:gs>
              <a:gs pos="100000">
                <a:srgbClr val="3098FF">
                  <a:alpha val="25000"/>
                </a:srgbClr>
              </a:gs>
            </a:gsLst>
            <a:lin ang="16200000" scaled="1"/>
            <a:tileRect/>
          </a:gradFill>
          <a:ln w="6345" cap="flat">
            <a:noFill/>
            <a:prstDash val="solid"/>
            <a:miter/>
          </a:ln>
        </p:spPr>
        <p:txBody>
          <a:bodyPr wrap="square" rtlCol="0" anchor="ctr">
            <a:noAutofit/>
          </a:bodyPr>
          <a:lstStyle/>
          <a:p>
            <a:pPr defTabSz="1460500"/>
            <a:endParaRPr lang="zh-CN" altLang="en-US" sz="2875">
              <a:solidFill>
                <a:srgbClr val="000000"/>
              </a:solidFill>
              <a:latin typeface="微软雅黑" panose="020B0503020204020204" pitchFamily="34" charset="-122"/>
              <a:cs typeface="OPPOSans M"/>
              <a:sym typeface="微软雅黑" panose="020B0503020204020204" pitchFamily="34" charset="-122"/>
            </a:endParaRPr>
          </a:p>
        </p:txBody>
      </p:sp>
      <p:sp>
        <p:nvSpPr>
          <p:cNvPr id="6" name="任意多边形: 形状 4"/>
          <p:cNvSpPr/>
          <p:nvPr/>
        </p:nvSpPr>
        <p:spPr>
          <a:xfrm rot="5400000">
            <a:off x="7078980" y="4830445"/>
            <a:ext cx="2886075" cy="309880"/>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rgbClr val="3098FF">
                  <a:alpha val="0"/>
                </a:srgbClr>
              </a:gs>
              <a:gs pos="100000">
                <a:srgbClr val="3098FF">
                  <a:alpha val="25000"/>
                </a:srgbClr>
              </a:gs>
            </a:gsLst>
            <a:lin ang="16200000" scaled="1"/>
            <a:tileRect/>
          </a:gradFill>
          <a:ln w="6345" cap="flat">
            <a:noFill/>
            <a:prstDash val="solid"/>
            <a:miter/>
          </a:ln>
        </p:spPr>
        <p:txBody>
          <a:bodyPr wrap="square" rtlCol="0" anchor="ctr">
            <a:noAutofit/>
          </a:bodyPr>
          <a:lstStyle/>
          <a:p>
            <a:pPr defTabSz="1460500"/>
            <a:endParaRPr lang="zh-CN" altLang="en-US" sz="2875">
              <a:solidFill>
                <a:srgbClr val="000000"/>
              </a:solidFill>
              <a:latin typeface="微软雅黑" panose="020B0503020204020204" pitchFamily="34" charset="-122"/>
              <a:cs typeface="OPPOSans M"/>
              <a:sym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3AB03C6-9200-4268-85AF-FA4D54642972}"/>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3</a:t>
            </a:fld>
            <a:endParaRPr lang="zh-CN" altLang="en-US"/>
          </a:p>
        </p:txBody>
      </p:sp>
      <p:sp>
        <p:nvSpPr>
          <p:cNvPr id="3" name="矩形 2"/>
          <p:cNvSpPr/>
          <p:nvPr/>
        </p:nvSpPr>
        <p:spPr>
          <a:xfrm>
            <a:off x="288925" y="1066800"/>
            <a:ext cx="11478260" cy="8064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矩形 17"/>
          <p:cNvSpPr/>
          <p:nvPr/>
        </p:nvSpPr>
        <p:spPr>
          <a:xfrm>
            <a:off x="252095" y="2587625"/>
            <a:ext cx="11647170" cy="57594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endParaRPr lang="en-US" sz="1600" b="1" kern="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Rectangle 61"/>
          <p:cNvSpPr/>
          <p:nvPr/>
        </p:nvSpPr>
        <p:spPr>
          <a:xfrm>
            <a:off x="450850" y="2129790"/>
            <a:ext cx="5472430" cy="2286000"/>
          </a:xfrm>
          <a:prstGeom prst="rect">
            <a:avLst/>
          </a:prstGeom>
          <a:solidFill>
            <a:srgbClr val="F9F9F9"/>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21" name="Rectangle 128"/>
          <p:cNvSpPr/>
          <p:nvPr/>
        </p:nvSpPr>
        <p:spPr>
          <a:xfrm>
            <a:off x="450850" y="1953895"/>
            <a:ext cx="5472430" cy="38163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4" name="Rectangle 129"/>
          <p:cNvSpPr/>
          <p:nvPr/>
        </p:nvSpPr>
        <p:spPr bwMode="auto">
          <a:xfrm>
            <a:off x="450850" y="1963420"/>
            <a:ext cx="5472430" cy="360000"/>
          </a:xfrm>
          <a:prstGeom prst="rect">
            <a:avLst/>
          </a:prstGeom>
          <a:solidFill>
            <a:srgbClr val="358FCB"/>
          </a:solidFill>
          <a:ln>
            <a:noFill/>
          </a:ln>
          <a:effectLst>
            <a:outerShdw blurRad="50800" dist="35921" dir="2700000" algn="ctr" rotWithShape="0">
              <a:schemeClr val="tx1">
                <a:alpha val="34000"/>
              </a:schemeClr>
            </a:outerShdw>
          </a:effectLst>
        </p:spPr>
        <p:txBody>
          <a:bodyPr vert="horz" wrap="square" lIns="0" tIns="59248" rIns="121920" bIns="60960" numCol="1" spcCol="0" rtlCol="0" fromWordArt="0" anchor="t" anchorCtr="0" forceAA="0" compatLnSpc="1">
            <a:noAutofit/>
          </a:bodyPr>
          <a:lstStyle/>
          <a:p>
            <a:pPr lvl="0" algn="ctr">
              <a:buClrTx/>
              <a:buSzTx/>
              <a:buFontTx/>
              <a:defRPr/>
            </a:pPr>
            <a:endParaRPr lang="zh-CN" altLang="en-US" b="1" kern="0" dirty="0">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25" name="TextBox 130"/>
          <p:cNvSpPr txBox="1"/>
          <p:nvPr/>
        </p:nvSpPr>
        <p:spPr>
          <a:xfrm>
            <a:off x="977900" y="1976120"/>
            <a:ext cx="4417060" cy="306705"/>
          </a:xfrm>
          <a:prstGeom prst="rect">
            <a:avLst/>
          </a:prstGeom>
          <a:noFill/>
        </p:spPr>
        <p:txBody>
          <a:bodyPr wrap="square" rtlCol="0">
            <a:spAutoFit/>
          </a:bodyPr>
          <a:lstStyle/>
          <a:p>
            <a:pPr algn="ctr">
              <a:buNone/>
            </a:pPr>
            <a:r>
              <a:rPr lang="en-US" altLang="zh-CN" sz="1400" b="1" kern="0" dirty="0">
                <a:solidFill>
                  <a:schemeClr val="bg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a:t>
            </a:r>
          </a:p>
        </p:txBody>
      </p:sp>
      <p:sp>
        <p:nvSpPr>
          <p:cNvPr id="30" name="Rectangle 61"/>
          <p:cNvSpPr/>
          <p:nvPr/>
        </p:nvSpPr>
        <p:spPr>
          <a:xfrm>
            <a:off x="450850" y="2341880"/>
            <a:ext cx="5472430" cy="1054100"/>
          </a:xfrm>
          <a:prstGeom prst="rect">
            <a:avLst/>
          </a:prstGeom>
          <a:solidFill>
            <a:schemeClr val="bg1">
              <a:lumMod val="90000"/>
            </a:schemeClr>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39" name="Rectangle 61"/>
          <p:cNvSpPr/>
          <p:nvPr/>
        </p:nvSpPr>
        <p:spPr>
          <a:xfrm>
            <a:off x="6311265" y="2119630"/>
            <a:ext cx="5520690" cy="2292985"/>
          </a:xfrm>
          <a:prstGeom prst="rect">
            <a:avLst/>
          </a:prstGeom>
          <a:solidFill>
            <a:srgbClr val="F9F9F9"/>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sp>
        <p:nvSpPr>
          <p:cNvPr id="40" name="Rectangle 128"/>
          <p:cNvSpPr/>
          <p:nvPr/>
        </p:nvSpPr>
        <p:spPr>
          <a:xfrm>
            <a:off x="6311265" y="1943735"/>
            <a:ext cx="5520690" cy="38163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41" name="Rectangle 129"/>
          <p:cNvSpPr/>
          <p:nvPr/>
        </p:nvSpPr>
        <p:spPr bwMode="auto">
          <a:xfrm>
            <a:off x="6311265" y="1953260"/>
            <a:ext cx="5520690" cy="360000"/>
          </a:xfrm>
          <a:prstGeom prst="rect">
            <a:avLst/>
          </a:prstGeom>
          <a:solidFill>
            <a:srgbClr val="358FCB"/>
          </a:solidFill>
          <a:ln>
            <a:noFill/>
          </a:ln>
          <a:effectLst>
            <a:outerShdw blurRad="50800" dist="35921" dir="2700000" algn="ctr" rotWithShape="0">
              <a:schemeClr val="tx1">
                <a:alpha val="34000"/>
              </a:schemeClr>
            </a:outerShdw>
          </a:effectLst>
        </p:spPr>
        <p:txBody>
          <a:bodyPr vert="horz" wrap="square" lIns="0" tIns="59248" rIns="121920" bIns="60960" numCol="1" spcCol="0" rtlCol="0" fromWordArt="0" anchor="t" anchorCtr="0" forceAA="0" compatLnSpc="1">
            <a:noAutofit/>
          </a:bodyPr>
          <a:lstStyle/>
          <a:p>
            <a:pPr lvl="0" algn="ctr">
              <a:buClrTx/>
              <a:buSzTx/>
              <a:buFontTx/>
              <a:defRPr/>
            </a:pPr>
            <a:endParaRPr lang="zh-CN" altLang="en-US" b="1" kern="0" dirty="0">
              <a:solidFill>
                <a:schemeClr val="bg1"/>
              </a:solidFill>
              <a:latin typeface="微软雅黑" panose="020B0503020204020204" pitchFamily="34" charset="-122"/>
              <a:ea typeface="微软雅黑" panose="020B0503020204020204" pitchFamily="34" charset="-122"/>
              <a:cs typeface="+mn-ea"/>
              <a:sym typeface="+mn-ea"/>
            </a:endParaRPr>
          </a:p>
        </p:txBody>
      </p:sp>
      <p:sp>
        <p:nvSpPr>
          <p:cNvPr id="42" name="TextBox 130"/>
          <p:cNvSpPr txBox="1"/>
          <p:nvPr/>
        </p:nvSpPr>
        <p:spPr>
          <a:xfrm>
            <a:off x="6842760" y="1965960"/>
            <a:ext cx="4455795" cy="306705"/>
          </a:xfrm>
          <a:prstGeom prst="rect">
            <a:avLst/>
          </a:prstGeom>
          <a:noFill/>
        </p:spPr>
        <p:txBody>
          <a:bodyPr wrap="square" rtlCol="0">
            <a:spAutoFit/>
          </a:bodyPr>
          <a:lstStyle/>
          <a:p>
            <a:pPr lvl="0" algn="ctr">
              <a:buClrTx/>
              <a:buSzTx/>
              <a:buFontTx/>
            </a:pPr>
            <a:r>
              <a:rPr lang="en-US" altLang="zh-CN" sz="14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xxxx</a:t>
            </a:r>
          </a:p>
        </p:txBody>
      </p:sp>
      <p:sp>
        <p:nvSpPr>
          <p:cNvPr id="43" name="Rectangle 61"/>
          <p:cNvSpPr/>
          <p:nvPr/>
        </p:nvSpPr>
        <p:spPr>
          <a:xfrm>
            <a:off x="6311265" y="2332355"/>
            <a:ext cx="5520690" cy="1068705"/>
          </a:xfrm>
          <a:prstGeom prst="rect">
            <a:avLst/>
          </a:prstGeom>
          <a:solidFill>
            <a:schemeClr val="bg1">
              <a:lumMod val="90000"/>
            </a:schemeClr>
          </a:solidFill>
          <a:ln w="12700" cap="sq">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p>
        </p:txBody>
      </p:sp>
      <p:pic>
        <p:nvPicPr>
          <p:cNvPr id="46" name="图片 45"/>
          <p:cNvPicPr>
            <a:picLocks noChangeAspect="1"/>
          </p:cNvPicPr>
          <p:nvPr/>
        </p:nvPicPr>
        <p:blipFill>
          <a:blip r:embed="rId3">
            <a:duotone>
              <a:prstClr val="black"/>
              <a:srgbClr val="5B9BD5">
                <a:tint val="45000"/>
                <a:satMod val="400000"/>
              </a:srgbClr>
            </a:duotone>
          </a:blip>
          <a:stretch>
            <a:fillRect/>
          </a:stretch>
        </p:blipFill>
        <p:spPr>
          <a:xfrm rot="5400000" flipH="1">
            <a:off x="5912485" y="-813435"/>
            <a:ext cx="190500" cy="10784840"/>
          </a:xfrm>
          <a:prstGeom prst="rect">
            <a:avLst/>
          </a:prstGeom>
        </p:spPr>
      </p:pic>
      <p:sp>
        <p:nvSpPr>
          <p:cNvPr id="9" name="形状12323"/>
          <p:cNvSpPr/>
          <p:nvPr/>
        </p:nvSpPr>
        <p:spPr>
          <a:xfrm rot="5400000">
            <a:off x="5302250" y="-127635"/>
            <a:ext cx="1706245" cy="11351895"/>
          </a:xfrm>
          <a:prstGeom prst="roundRect">
            <a:avLst>
              <a:gd name="adj" fmla="val 0"/>
            </a:avLst>
          </a:prstGeom>
          <a:solidFill>
            <a:srgbClr val="3098FF">
              <a:lumMod val="20000"/>
              <a:lumOff val="80000"/>
              <a:alpha val="15079"/>
            </a:srgbClr>
          </a:solidFill>
          <a:ln w="19050" cap="flat" cmpd="sng" algn="ctr">
            <a:solidFill>
              <a:srgbClr val="5B9BD5"/>
            </a:solidFill>
            <a:prstDash val="dash"/>
            <a:miter lim="800000"/>
          </a:ln>
          <a:effectLst/>
        </p:spPr>
        <p:txBody>
          <a:bodyPr rtlCol="0" anchor="ctr">
            <a:noAutofit/>
          </a:bodyPr>
          <a:lstStyle/>
          <a:p>
            <a:pPr lvl="0" algn="ctr">
              <a:buClrTx/>
              <a:buSzTx/>
              <a:buFontTx/>
            </a:pPr>
            <a:endParaRPr lang="en-US" sz="1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AB785-32D4-4A19-945F-087FE41C21BA}"/>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4</a:t>
            </a:fld>
            <a:endParaRPr lang="zh-CN" altLang="en-US"/>
          </a:p>
        </p:txBody>
      </p:sp>
      <p:sp>
        <p:nvSpPr>
          <p:cNvPr id="3" name="矩形 2"/>
          <p:cNvSpPr/>
          <p:nvPr/>
        </p:nvSpPr>
        <p:spPr>
          <a:xfrm>
            <a:off x="288925" y="1056640"/>
            <a:ext cx="11509375" cy="7810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1"/>
            </p:custDataLst>
          </p:nvPr>
        </p:nvGraphicFramePr>
        <p:xfrm>
          <a:off x="191770" y="1978660"/>
          <a:ext cx="11662410" cy="4483735"/>
        </p:xfrm>
        <a:graphic>
          <a:graphicData uri="http://schemas.openxmlformats.org/drawingml/2006/table">
            <a:tbl>
              <a:tblPr firstRow="1" bandRow="1">
                <a:effectLst/>
                <a:tableStyleId>{5C22544A-7EE6-4342-B048-85BDC9FD1C3A}</a:tableStyleId>
              </a:tblPr>
              <a:tblGrid>
                <a:gridCol w="208280">
                  <a:extLst>
                    <a:ext uri="{9D8B030D-6E8A-4147-A177-3AD203B41FA5}">
                      <a16:colId xmlns:a16="http://schemas.microsoft.com/office/drawing/2014/main" val="20000"/>
                    </a:ext>
                  </a:extLst>
                </a:gridCol>
                <a:gridCol w="2493010">
                  <a:extLst>
                    <a:ext uri="{9D8B030D-6E8A-4147-A177-3AD203B41FA5}">
                      <a16:colId xmlns:a16="http://schemas.microsoft.com/office/drawing/2014/main" val="20001"/>
                    </a:ext>
                  </a:extLst>
                </a:gridCol>
                <a:gridCol w="148590">
                  <a:extLst>
                    <a:ext uri="{9D8B030D-6E8A-4147-A177-3AD203B41FA5}">
                      <a16:colId xmlns:a16="http://schemas.microsoft.com/office/drawing/2014/main" val="20002"/>
                    </a:ext>
                  </a:extLst>
                </a:gridCol>
                <a:gridCol w="2610485">
                  <a:extLst>
                    <a:ext uri="{9D8B030D-6E8A-4147-A177-3AD203B41FA5}">
                      <a16:colId xmlns:a16="http://schemas.microsoft.com/office/drawing/2014/main" val="20003"/>
                    </a:ext>
                  </a:extLst>
                </a:gridCol>
                <a:gridCol w="139065">
                  <a:extLst>
                    <a:ext uri="{9D8B030D-6E8A-4147-A177-3AD203B41FA5}">
                      <a16:colId xmlns:a16="http://schemas.microsoft.com/office/drawing/2014/main" val="20004"/>
                    </a:ext>
                  </a:extLst>
                </a:gridCol>
                <a:gridCol w="2824480">
                  <a:extLst>
                    <a:ext uri="{9D8B030D-6E8A-4147-A177-3AD203B41FA5}">
                      <a16:colId xmlns:a16="http://schemas.microsoft.com/office/drawing/2014/main" val="20005"/>
                    </a:ext>
                  </a:extLst>
                </a:gridCol>
                <a:gridCol w="165100">
                  <a:extLst>
                    <a:ext uri="{9D8B030D-6E8A-4147-A177-3AD203B41FA5}">
                      <a16:colId xmlns:a16="http://schemas.microsoft.com/office/drawing/2014/main" val="20006"/>
                    </a:ext>
                  </a:extLst>
                </a:gridCol>
                <a:gridCol w="2940050">
                  <a:extLst>
                    <a:ext uri="{9D8B030D-6E8A-4147-A177-3AD203B41FA5}">
                      <a16:colId xmlns:a16="http://schemas.microsoft.com/office/drawing/2014/main" val="20007"/>
                    </a:ext>
                  </a:extLst>
                </a:gridCol>
                <a:gridCol w="133350">
                  <a:extLst>
                    <a:ext uri="{9D8B030D-6E8A-4147-A177-3AD203B41FA5}">
                      <a16:colId xmlns:a16="http://schemas.microsoft.com/office/drawing/2014/main" val="20008"/>
                    </a:ext>
                  </a:extLst>
                </a:gridCol>
              </a:tblGrid>
              <a:tr h="358775">
                <a:tc>
                  <a:txBody>
                    <a:bodyPr/>
                    <a:lstStyle/>
                    <a:p>
                      <a:pPr algn="ctr">
                        <a:buNone/>
                      </a:pPr>
                      <a:endParaRPr lang="zh-CN" altLang="en-US" sz="1200">
                        <a:solidFill>
                          <a:schemeClr val="bg1"/>
                        </a:solidFill>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zh-CN"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en-US" altLang="zh-CN" sz="14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None/>
                      </a:pPr>
                      <a:endParaRPr lang="en-US" altLang="zh-CN" sz="120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0"/>
                  </a:ext>
                </a:extLst>
              </a:tr>
              <a:tr h="1791970">
                <a:tc>
                  <a:txBody>
                    <a:bodyPr/>
                    <a:lstStyle/>
                    <a:p>
                      <a:pPr algn="l">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1">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lvl="2" indent="-171450" algn="l" fontAlgn="auto">
                        <a:lnSpc>
                          <a:spcPct val="130000"/>
                        </a:lnSpc>
                        <a:spcBef>
                          <a:spcPts val="0"/>
                        </a:spcBef>
                        <a:spcAft>
                          <a:spcPts val="600"/>
                        </a:spcAft>
                        <a:buClrTx/>
                        <a:buSzTx/>
                        <a:buFont typeface="Arial" panose="020B0604020202020204" pitchFamily="34" charset="0"/>
                        <a:buChar char="•"/>
                      </a:pPr>
                      <a:endParaRPr lang="zh-CN" altLang="en-US" sz="1200"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EE1F2"/>
                    </a:solidFill>
                  </a:tcPr>
                </a:tc>
                <a:tc rowSpan="4">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1"/>
                  </a:ext>
                </a:extLst>
              </a:tr>
              <a:tr h="182880">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200" b="0" dirty="0">
                        <a:solidFill>
                          <a:schemeClr val="tx1"/>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extLst>
                  <a:ext uri="{0D108BD9-81ED-4DB2-BD59-A6C34878D82A}">
                    <a16:rowId xmlns:a16="http://schemas.microsoft.com/office/drawing/2014/main" val="10002"/>
                  </a:ext>
                </a:extLst>
              </a:tr>
              <a:tr h="358140">
                <a:tc>
                  <a:txBody>
                    <a:bodyPr/>
                    <a:lstStyle/>
                    <a:p>
                      <a:pPr algn="l">
                        <a:buNone/>
                      </a:pPr>
                      <a:endParaRPr lang="zh-CN" altLang="en-US" sz="12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en-US" altLang="zh-CN"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a:noFill/>
                    </a:lnL>
                    <a:lnR>
                      <a:noFill/>
                    </a:lnR>
                    <a:lnT>
                      <a:noFill/>
                    </a:lnT>
                    <a:lnB>
                      <a:noFill/>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5B9BD5"/>
                    </a:solid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F4E79"/>
                    </a:solidFill>
                  </a:tcPr>
                </a:tc>
                <a:extLst>
                  <a:ext uri="{0D108BD9-81ED-4DB2-BD59-A6C34878D82A}">
                    <a16:rowId xmlns:a16="http://schemas.microsoft.com/office/drawing/2014/main" val="10003"/>
                  </a:ext>
                </a:extLst>
              </a:tr>
              <a:tr h="1791970">
                <a:tc>
                  <a:txBody>
                    <a:bodyPr/>
                    <a:lstStyle/>
                    <a:p>
                      <a:pPr algn="l">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a:noFill/>
                    </a:lnL>
                    <a:lnR>
                      <a:noFill/>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a:noFill/>
                    </a:lnR>
                    <a:lnT>
                      <a:noFill/>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algn="l" fontAlgn="auto">
                        <a:lnSpc>
                          <a:spcPct val="130000"/>
                        </a:lnSpc>
                        <a:spcAft>
                          <a:spcPts val="600"/>
                        </a:spcAft>
                        <a:buNone/>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a:noFill/>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noFill/>
                  </a:tcPr>
                </a:tc>
                <a:tc>
                  <a:txBody>
                    <a:bodyPr/>
                    <a:lstStyle/>
                    <a:p>
                      <a:pPr marL="171450" indent="-171450" algn="l" fontAlgn="ctr">
                        <a:lnSpc>
                          <a:spcPct val="130000"/>
                        </a:lnSpc>
                        <a:spcBef>
                          <a:spcPct val="0"/>
                        </a:spcBef>
                        <a:spcAft>
                          <a:spcPct val="0"/>
                        </a:spcAft>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CEE1F2"/>
                    </a:solidFill>
                  </a:tcPr>
                </a:tc>
                <a:tc vMerge="1">
                  <a:txBody>
                    <a:bodyPr/>
                    <a:lstStyle/>
                    <a:p>
                      <a:endParaRPr lang="zh-CN"/>
                    </a:p>
                  </a:txBody>
                  <a:tcPr marL="53975" marR="53975"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B0EDC-9A00-4E28-8FF2-BD1F665F2783}"/>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5</a:t>
            </a:fld>
            <a:endParaRPr lang="zh-CN" altLang="en-US"/>
          </a:p>
        </p:txBody>
      </p:sp>
      <p:sp>
        <p:nvSpPr>
          <p:cNvPr id="4" name="矩形 3"/>
          <p:cNvSpPr/>
          <p:nvPr/>
        </p:nvSpPr>
        <p:spPr>
          <a:xfrm>
            <a:off x="288925" y="1066800"/>
            <a:ext cx="11478260" cy="555625"/>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p:nvPr>
            <p:custDataLst>
              <p:tags r:id="rId1"/>
            </p:custDataLst>
          </p:nvPr>
        </p:nvGraphicFramePr>
        <p:xfrm>
          <a:off x="456565" y="1972945"/>
          <a:ext cx="11253240" cy="4337190"/>
        </p:xfrm>
        <a:graphic>
          <a:graphicData uri="http://schemas.openxmlformats.org/drawingml/2006/table">
            <a:tbl>
              <a:tblPr firstRow="1" bandRow="1">
                <a:effectLst/>
                <a:tableStyleId>{5C22544A-7EE6-4342-B048-85BDC9FD1C3A}</a:tableStyleId>
              </a:tblPr>
              <a:tblGrid>
                <a:gridCol w="2048510">
                  <a:extLst>
                    <a:ext uri="{9D8B030D-6E8A-4147-A177-3AD203B41FA5}">
                      <a16:colId xmlns:a16="http://schemas.microsoft.com/office/drawing/2014/main" val="20000"/>
                    </a:ext>
                  </a:extLst>
                </a:gridCol>
                <a:gridCol w="236220">
                  <a:extLst>
                    <a:ext uri="{9D8B030D-6E8A-4147-A177-3AD203B41FA5}">
                      <a16:colId xmlns:a16="http://schemas.microsoft.com/office/drawing/2014/main" val="20001"/>
                    </a:ext>
                  </a:extLst>
                </a:gridCol>
                <a:gridCol w="2048510">
                  <a:extLst>
                    <a:ext uri="{9D8B030D-6E8A-4147-A177-3AD203B41FA5}">
                      <a16:colId xmlns:a16="http://schemas.microsoft.com/office/drawing/2014/main" val="20002"/>
                    </a:ext>
                  </a:extLst>
                </a:gridCol>
                <a:gridCol w="357505">
                  <a:extLst>
                    <a:ext uri="{9D8B030D-6E8A-4147-A177-3AD203B41FA5}">
                      <a16:colId xmlns:a16="http://schemas.microsoft.com/office/drawing/2014/main" val="20003"/>
                    </a:ext>
                  </a:extLst>
                </a:gridCol>
                <a:gridCol w="2048510">
                  <a:extLst>
                    <a:ext uri="{9D8B030D-6E8A-4147-A177-3AD203B41FA5}">
                      <a16:colId xmlns:a16="http://schemas.microsoft.com/office/drawing/2014/main" val="20004"/>
                    </a:ext>
                  </a:extLst>
                </a:gridCol>
                <a:gridCol w="208800">
                  <a:extLst>
                    <a:ext uri="{9D8B030D-6E8A-4147-A177-3AD203B41FA5}">
                      <a16:colId xmlns:a16="http://schemas.microsoft.com/office/drawing/2014/main" val="20005"/>
                    </a:ext>
                  </a:extLst>
                </a:gridCol>
                <a:gridCol w="2047875">
                  <a:extLst>
                    <a:ext uri="{9D8B030D-6E8A-4147-A177-3AD203B41FA5}">
                      <a16:colId xmlns:a16="http://schemas.microsoft.com/office/drawing/2014/main" val="20006"/>
                    </a:ext>
                  </a:extLst>
                </a:gridCol>
                <a:gridCol w="208800">
                  <a:extLst>
                    <a:ext uri="{9D8B030D-6E8A-4147-A177-3AD203B41FA5}">
                      <a16:colId xmlns:a16="http://schemas.microsoft.com/office/drawing/2014/main" val="20007"/>
                    </a:ext>
                  </a:extLst>
                </a:gridCol>
                <a:gridCol w="2048510">
                  <a:extLst>
                    <a:ext uri="{9D8B030D-6E8A-4147-A177-3AD203B41FA5}">
                      <a16:colId xmlns:a16="http://schemas.microsoft.com/office/drawing/2014/main" val="20008"/>
                    </a:ext>
                  </a:extLst>
                </a:gridCol>
              </a:tblGrid>
              <a:tr h="377190">
                <a:tc gridSpan="3">
                  <a:txBody>
                    <a:bodyPr/>
                    <a:lstStyle/>
                    <a:p>
                      <a:pPr algn="ctr">
                        <a:buNone/>
                      </a:pPr>
                      <a:endParaRPr lang="zh-CN" altLang="en-US" sz="14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5B9BD5"/>
                    </a:solidFill>
                  </a:tcPr>
                </a:tc>
                <a:tc hMerge="1">
                  <a:txBody>
                    <a:bodyPr/>
                    <a:lstStyle/>
                    <a:p>
                      <a:endParaRPr lang="zh-CN"/>
                    </a:p>
                  </a:txBody>
                  <a:tcPr/>
                </a:tc>
                <a:tc hMerge="1">
                  <a:txBody>
                    <a:bodyPr/>
                    <a:lstStyle/>
                    <a:p>
                      <a:endParaRPr lang="zh-CN"/>
                    </a:p>
                  </a:txBody>
                  <a:tcPr anchor="ctr">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gridSpan="5">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hMerge="1">
                  <a:txBody>
                    <a:bodyPr/>
                    <a:lstStyle/>
                    <a:p>
                      <a:endParaRPr lang="zh-CN"/>
                    </a:p>
                  </a:txBody>
                  <a:tcPr anchor="ctr">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bg1"/>
                    </a:solidFill>
                  </a:tcPr>
                </a:tc>
                <a:tc hMerge="1">
                  <a:txBody>
                    <a:bodyPr/>
                    <a:lstStyle/>
                    <a:p>
                      <a:endParaRPr lang="zh-CN"/>
                    </a:p>
                  </a:txBody>
                  <a:tcPr anchor="ctr">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2369A7"/>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0000">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a:noFill/>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ClrTx/>
                        <a:buSzTx/>
                        <a:buFontTx/>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ClrTx/>
                        <a:buSzTx/>
                        <a:buFontTx/>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5B9BD5"/>
                    </a:solid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lnL w="12700" cap="flat" cmpd="sng" algn="ctr">
                      <a:solidFill>
                        <a:schemeClr val="bg1"/>
                      </a:solidFill>
                      <a:prstDash val="solid"/>
                      <a:round/>
                      <a:headEnd type="none" w="med" len="med"/>
                      <a:tailEnd type="none" w="med" len="me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chemeClr val="bg1"/>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tc>
                  <a:txBody>
                    <a:bodyPr/>
                    <a:lstStyle/>
                    <a:p>
                      <a:pPr algn="ctr">
                        <a:buNone/>
                      </a:pPr>
                      <a:endParaRPr lang="zh-CN" altLang="en-US" sz="1400" b="1">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noFill/>
                  </a:tcPr>
                </a:tc>
                <a:tc>
                  <a:txBody>
                    <a:bodyPr/>
                    <a:lstStyle/>
                    <a:p>
                      <a:pPr algn="ctr">
                        <a:buNone/>
                      </a:pP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txBody>
                  <a:tcPr anchor="ctr">
                    <a:lnL w="12700">
                      <a:solidFill>
                        <a:schemeClr val="bg1"/>
                      </a:solidFill>
                      <a:prstDash val="solid"/>
                    </a:lnL>
                    <a:lnR w="12700">
                      <a:solidFill>
                        <a:schemeClr val="bg1"/>
                      </a:solidFill>
                      <a:prstDash val="solid"/>
                    </a:lnR>
                    <a:lnT w="76200">
                      <a:solidFill>
                        <a:schemeClr val="bg1"/>
                      </a:solidFill>
                      <a:prstDash val="solid"/>
                    </a:lnT>
                    <a:lnB w="12700">
                      <a:solidFill>
                        <a:schemeClr val="bg1"/>
                      </a:solidFill>
                      <a:prstDash val="solid"/>
                    </a:lnB>
                    <a:lnTlToBr>
                      <a:noFill/>
                    </a:lnTlToBr>
                    <a:lnBlToTr>
                      <a:noFill/>
                    </a:lnBlToTr>
                    <a:solidFill>
                      <a:srgbClr val="2369A7"/>
                    </a:solidFill>
                  </a:tcPr>
                </a:tc>
                <a:extLst>
                  <a:ext uri="{0D108BD9-81ED-4DB2-BD59-A6C34878D82A}">
                    <a16:rowId xmlns:a16="http://schemas.microsoft.com/office/drawing/2014/main" val="10001"/>
                  </a:ext>
                </a:extLst>
              </a:tr>
              <a:tr h="3600000">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a:noFill/>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DEEBF7"/>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rgbClr val="DEEBF7"/>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txBody>
                  <a:tcPr marT="107950">
                    <a:lnL w="12700" cap="flat" cmpd="sng" algn="ctr">
                      <a:solidFill>
                        <a:schemeClr val="bg1"/>
                      </a:solidFill>
                      <a:prstDash val="solid"/>
                      <a:round/>
                      <a:headEnd type="none" w="med" len="med"/>
                      <a:tailEnd type="none" w="med" len="me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tc>
                  <a:txBody>
                    <a:bodyPr/>
                    <a:lstStyle/>
                    <a:p>
                      <a:pPr marL="171450" indent="-171450" algn="l" fontAlgn="auto">
                        <a:lnSpc>
                          <a:spcPct val="130000"/>
                        </a:lnSpc>
                        <a:spcAft>
                          <a:spcPts val="600"/>
                        </a:spcAft>
                        <a:buFont typeface="Arial" panose="020B0604020202020204" pitchFamily="34" charset="0"/>
                        <a:buChar char="•"/>
                      </a:pPr>
                      <a:endParaRPr lang="zh-CN" altLang="en-US" sz="12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272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noFill/>
                  </a:tcPr>
                </a:tc>
                <a:tc>
                  <a:txBody>
                    <a:bodyPr/>
                    <a:lstStyle/>
                    <a:p>
                      <a:pPr marL="171450" lvl="2" indent="-171450" algn="l" fontAlgn="auto">
                        <a:lnSpc>
                          <a:spcPct val="130000"/>
                        </a:lnSpc>
                        <a:spcAft>
                          <a:spcPts val="600"/>
                        </a:spcAft>
                        <a:buClrTx/>
                        <a:buSzTx/>
                        <a:buFont typeface="Arial" panose="020B0604020202020204" pitchFamily="34" charset="0"/>
                        <a:buChar char="•"/>
                      </a:pPr>
                      <a:endParaRPr kumimoji="1" lang="zh-CN" altLang="en-US" sz="1200" b="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T="107950">
                    <a:lnL w="12700">
                      <a:solidFill>
                        <a:schemeClr val="bg1"/>
                      </a:solidFill>
                      <a:prstDash val="solid"/>
                    </a:lnL>
                    <a:lnR w="12700">
                      <a:solidFill>
                        <a:schemeClr val="bg1"/>
                      </a:solidFill>
                      <a:prstDash val="solid"/>
                    </a:lnR>
                    <a:lnT w="12700">
                      <a:solidFill>
                        <a:schemeClr val="bg1"/>
                      </a:solidFill>
                      <a:prstDash val="solid"/>
                    </a:lnT>
                    <a:lnB w="76200">
                      <a:solidFill>
                        <a:schemeClr val="bg1"/>
                      </a:solidFill>
                      <a:prstDash val="soli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5712F9-20F2-421F-83DA-89948CD69A21}"/>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6</a:t>
            </a:fld>
            <a:endParaRPr lang="zh-CN" altLang="en-US"/>
          </a:p>
        </p:txBody>
      </p:sp>
      <p:graphicFrame>
        <p:nvGraphicFramePr>
          <p:cNvPr id="5" name="表格 4"/>
          <p:cNvGraphicFramePr/>
          <p:nvPr>
            <p:custDataLst>
              <p:tags r:id="rId1"/>
            </p:custDataLst>
          </p:nvPr>
        </p:nvGraphicFramePr>
        <p:xfrm>
          <a:off x="669290" y="2396490"/>
          <a:ext cx="10731500" cy="4034790"/>
        </p:xfrm>
        <a:graphic>
          <a:graphicData uri="http://schemas.openxmlformats.org/drawingml/2006/table">
            <a:tbl>
              <a:tblPr firstRow="1" bandRow="1">
                <a:tableStyleId>{5C22544A-7EE6-4342-B048-85BDC9FD1C3A}</a:tableStyleId>
              </a:tblPr>
              <a:tblGrid>
                <a:gridCol w="536575">
                  <a:extLst>
                    <a:ext uri="{9D8B030D-6E8A-4147-A177-3AD203B41FA5}">
                      <a16:colId xmlns:a16="http://schemas.microsoft.com/office/drawing/2014/main" val="20000"/>
                    </a:ext>
                  </a:extLst>
                </a:gridCol>
                <a:gridCol w="369951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4717415">
                  <a:extLst>
                    <a:ext uri="{9D8B030D-6E8A-4147-A177-3AD203B41FA5}">
                      <a16:colId xmlns:a16="http://schemas.microsoft.com/office/drawing/2014/main" val="20003"/>
                    </a:ext>
                  </a:extLst>
                </a:gridCol>
              </a:tblGrid>
              <a:tr h="224155">
                <a:tc>
                  <a:txBody>
                    <a:bodyPr/>
                    <a:lstStyle/>
                    <a:p>
                      <a:pPr marL="0" indent="0" algn="ctr" fontAlgn="ctr">
                        <a:spcBef>
                          <a:spcPct val="0"/>
                        </a:spcBef>
                        <a:spcAft>
                          <a:spcPct val="0"/>
                        </a:spcAft>
                        <a:buNone/>
                      </a:pPr>
                      <a:endParaRPr lang="zh-CN" altLang="en-US"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20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buNone/>
                      </a:pPr>
                      <a:endParaRPr lang="zh-CN" altLang="en-US" sz="1200">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10000"/>
                  </a:ext>
                </a:extLst>
              </a:tr>
              <a:tr h="224155">
                <a:tc rowSpan="7">
                  <a:txBody>
                    <a:bodyPr/>
                    <a:lstStyle/>
                    <a:p>
                      <a:pPr marL="0" indent="0" algn="ctr" fontAlgn="ctr">
                        <a:spcBef>
                          <a:spcPct val="0"/>
                        </a:spcBef>
                        <a:spcAft>
                          <a:spcPct val="0"/>
                        </a:spcAft>
                        <a:buNone/>
                      </a:pPr>
                      <a:endParaRPr lang="zh-CN" altLang="en-US" sz="1200" b="1" i="0">
                        <a:solidFill>
                          <a:srgbClr val="000000"/>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i="0">
                        <a:solidFill>
                          <a:srgbClr val="000000"/>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extLst>
                  <a:ext uri="{0D108BD9-81ED-4DB2-BD59-A6C34878D82A}">
                    <a16:rowId xmlns:a16="http://schemas.microsoft.com/office/drawing/2014/main" val="10001"/>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2"/>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3"/>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4"/>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5"/>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6"/>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tc>
                  <a:txBody>
                    <a:bodyPr/>
                    <a:lstStyle/>
                    <a:p>
                      <a:pPr marL="0" indent="0" algn="ctr" fontAlgn="ctr">
                        <a:spcBef>
                          <a:spcPct val="0"/>
                        </a:spcBef>
                        <a:spcAft>
                          <a:spcPct val="0"/>
                        </a:spcAft>
                      </a:pPr>
                      <a:endParaRPr lang="zh-CN" sz="1000" i="0">
                        <a:solidFill>
                          <a:srgbClr val="000000"/>
                        </a:solidFill>
                        <a:latin typeface="微软雅黑" panose="020B0503020204020204" pitchFamily="34" charset="-122"/>
                        <a:ea typeface="微软雅黑" panose="020B0503020204020204" pitchFamily="34" charset="-122"/>
                      </a:endParaRPr>
                    </a:p>
                  </a:txBody>
                  <a:tcPr marL="68580" marR="68580" marT="0" marB="0" anchor="ctr">
                    <a:solidFill>
                      <a:srgbClr val="D2DEEF"/>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D2DEEF"/>
                    </a:solidFill>
                  </a:tcPr>
                </a:tc>
                <a:extLst>
                  <a:ext uri="{0D108BD9-81ED-4DB2-BD59-A6C34878D82A}">
                    <a16:rowId xmlns:a16="http://schemas.microsoft.com/office/drawing/2014/main" val="10007"/>
                  </a:ext>
                </a:extLst>
              </a:tr>
              <a:tr h="224155">
                <a:tc rowSpan="10">
                  <a:txBody>
                    <a:bodyPr/>
                    <a:lstStyle/>
                    <a:p>
                      <a:pPr marL="0" indent="0" algn="ctr" fontAlgn="ctr">
                        <a:spcBef>
                          <a:spcPct val="0"/>
                        </a:spcBef>
                        <a:spcAft>
                          <a:spcPct val="0"/>
                        </a:spcAft>
                        <a:buNone/>
                      </a:pPr>
                      <a:endParaRPr lang="zh-CN" altLang="en-US" sz="1200" b="1">
                        <a:latin typeface="微软雅黑" panose="020B0503020204020204" pitchFamily="34" charset="-122"/>
                        <a:ea typeface="微软雅黑" panose="020B0503020204020204" pitchFamily="34" charset="-122"/>
                      </a:endParaRPr>
                    </a:p>
                  </a:txBody>
                  <a:tcPr marL="68580" marR="68580" marT="0" marB="0" anchor="ct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b="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08"/>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09"/>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0"/>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en-US" altLang="zh-CN"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1"/>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2"/>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3"/>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4"/>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5"/>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altLang="en-US" sz="10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sym typeface="+mn-ea"/>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6"/>
                  </a:ext>
                </a:extLst>
              </a:tr>
              <a:tr h="224155">
                <a:tc vMerge="1">
                  <a:txBody>
                    <a:bodyPr/>
                    <a:lstStyle/>
                    <a:p>
                      <a:endParaRPr lang="zh-CN"/>
                    </a:p>
                  </a:txBody>
                  <a:tcPr marL="68580" marR="68580" marT="0" marB="0" anchor="ct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ctr" fontAlgn="ctr">
                        <a:spcBef>
                          <a:spcPct val="0"/>
                        </a:spcBef>
                        <a:spcAft>
                          <a:spcPct val="0"/>
                        </a:spcAft>
                      </a:pPr>
                      <a:endParaRPr lang="zh-CN" sz="1000">
                        <a:latin typeface="微软雅黑" panose="020B0503020204020204" pitchFamily="34" charset="-122"/>
                        <a:ea typeface="微软雅黑" panose="020B0503020204020204" pitchFamily="34" charset="-122"/>
                      </a:endParaRPr>
                    </a:p>
                  </a:txBody>
                  <a:tcPr marL="68580" marR="68580" marT="0" marB="0" anchor="ctr">
                    <a:solidFill>
                      <a:srgbClr val="EAEFF7"/>
                    </a:solidFill>
                  </a:tcPr>
                </a:tc>
                <a:tc>
                  <a:txBody>
                    <a:bodyPr/>
                    <a:lstStyle/>
                    <a:p>
                      <a:pPr marL="0" indent="0" algn="l" fontAlgn="ctr">
                        <a:spcBef>
                          <a:spcPct val="0"/>
                        </a:spcBef>
                        <a:spcAft>
                          <a:spcPct val="0"/>
                        </a:spcAft>
                      </a:pPr>
                      <a:endParaRPr lang="zh-CN" altLang="en-US" sz="100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EAEFF7"/>
                    </a:solidFill>
                  </a:tcPr>
                </a:tc>
                <a:extLst>
                  <a:ext uri="{0D108BD9-81ED-4DB2-BD59-A6C34878D82A}">
                    <a16:rowId xmlns:a16="http://schemas.microsoft.com/office/drawing/2014/main" val="10017"/>
                  </a:ext>
                </a:extLst>
              </a:tr>
            </a:tbl>
          </a:graphicData>
        </a:graphic>
      </p:graphicFrame>
      <p:sp>
        <p:nvSpPr>
          <p:cNvPr id="7" name="矩形 6"/>
          <p:cNvSpPr/>
          <p:nvPr/>
        </p:nvSpPr>
        <p:spPr>
          <a:xfrm>
            <a:off x="288925" y="1102995"/>
            <a:ext cx="11789410" cy="11493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4480" algn="just" defTabSz="1726565" eaLnBrk="0" fontAlgn="auto" hangingPunct="0">
              <a:lnSpc>
                <a:spcPct val="130000"/>
              </a:lnSpc>
              <a:spcBef>
                <a:spcPts val="0"/>
              </a:spcBef>
              <a:spcAft>
                <a:spcPts val="600"/>
              </a:spcAft>
              <a:buClr>
                <a:srgbClr val="2E75B6"/>
              </a:buClr>
              <a:buSzTx/>
              <a:buFont typeface="Wingdings" panose="05000000000000000000" charset="0"/>
              <a:buChar char="l"/>
              <a:defRPr/>
            </a:pPr>
            <a:r>
              <a:rPr lang="en-US" altLang="zh-CN"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a:t>
            </a:r>
            <a:endParaRPr lang="zh-CN" altLang="en-US" sz="1400" b="1"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4480" algn="just" defTabSz="1726565" eaLnBrk="0" fontAlgn="auto" hangingPunct="0">
              <a:lnSpc>
                <a:spcPct val="130000"/>
              </a:lnSpc>
              <a:spcBef>
                <a:spcPts val="0"/>
              </a:spcBef>
              <a:spcAft>
                <a:spcPts val="600"/>
              </a:spcAft>
              <a:buClr>
                <a:srgbClr val="2E75B6"/>
              </a:buClr>
              <a:buSzTx/>
              <a:buFont typeface="Wingdings" panose="05000000000000000000" charset="0"/>
              <a:buChar char="l"/>
              <a:defRPr/>
            </a:pPr>
            <a:r>
              <a:rPr lang="en-US" sz="1400" kern="0" dirty="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xxxx</a:t>
            </a:r>
            <a:endParaRPr lang="en-US" sz="1400" b="1" kern="0" dirty="0">
              <a:solidFill>
                <a:srgbClr val="C0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A4F67-6B7F-41EE-8887-4D69CCEC8F58}"/>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7</a:t>
            </a:fld>
            <a:endParaRPr lang="zh-CN" altLang="en-US"/>
          </a:p>
        </p:txBody>
      </p:sp>
      <p:sp>
        <p:nvSpPr>
          <p:cNvPr id="242" name="矩形 241"/>
          <p:cNvSpPr/>
          <p:nvPr/>
        </p:nvSpPr>
        <p:spPr>
          <a:xfrm rot="16200000">
            <a:off x="4126865" y="-1678305"/>
            <a:ext cx="3896995" cy="10500360"/>
          </a:xfrm>
          <a:prstGeom prst="rect">
            <a:avLst/>
          </a:prstGeom>
          <a:gradFill>
            <a:gsLst>
              <a:gs pos="100000">
                <a:schemeClr val="bg1"/>
              </a:gs>
              <a:gs pos="35000">
                <a:schemeClr val="accent1">
                  <a:lumMod val="20000"/>
                  <a:lumOff val="80000"/>
                </a:schemeClr>
              </a:gs>
            </a:gsLst>
            <a:lin ang="5400000" scaled="0"/>
          </a:gradFill>
          <a:ln w="19050">
            <a:noFill/>
            <a:prstDash val="sysDot"/>
          </a:ln>
        </p:spPr>
        <p:txBody>
          <a:bodyPr wrap="square" lIns="36000" tIns="36000" rIns="36000" bIns="36000" rtlCol="0" anchor="ctr" anchorCtr="0">
            <a:noAutofit/>
          </a:bodyPr>
          <a:lstStyle/>
          <a:p>
            <a:pPr marL="0" lvl="0" indent="0" algn="ctr" eaLnBrk="0" latinLnBrk="0" hangingPunct="0">
              <a:lnSpc>
                <a:spcPct val="100000"/>
              </a:lnSpc>
              <a:spcBef>
                <a:spcPts val="0"/>
              </a:spcBef>
              <a:spcAft>
                <a:spcPts val="0"/>
              </a:spcAft>
              <a:buClr>
                <a:srgbClr val="C00000"/>
              </a:buClr>
              <a:buSzPct val="90000"/>
              <a:buFontTx/>
            </a:pPr>
            <a:endParaRPr lang="zh-CN" altLang="en-US" sz="1200" b="1" kern="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43" name="直接连接符 242"/>
          <p:cNvCxnSpPr/>
          <p:nvPr/>
        </p:nvCxnSpPr>
        <p:spPr>
          <a:xfrm rot="16200000">
            <a:off x="-94615" y="3572510"/>
            <a:ext cx="1838960" cy="0"/>
          </a:xfrm>
          <a:prstGeom prst="line">
            <a:avLst/>
          </a:prstGeom>
          <a:noFill/>
          <a:ln w="25400" cap="flat" cmpd="sng" algn="ctr">
            <a:solidFill>
              <a:srgbClr val="4F81BD"/>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013460" y="1622425"/>
            <a:ext cx="9959340" cy="3897630"/>
          </a:xfrm>
          <a:prstGeom prst="rect">
            <a:avLst/>
          </a:prstGeom>
          <a:noFill/>
          <a:ln w="9525">
            <a:noFill/>
            <a:miter lim="800000"/>
          </a:ln>
        </p:spPr>
        <p:txBody>
          <a:bodyPr vert="horz" wrap="square" lIns="87155" tIns="43578" rIns="87155" bIns="43578" numCol="1" anchor="ctr" anchorCtr="0" compatLnSpc="1">
            <a:noAutofit/>
          </a:bodyPr>
          <a:lstStyle/>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在工作组织方面，</a:t>
            </a:r>
            <a:endParaRPr lang="zh-CN" altLang="en-US" sz="16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在人才培养方面，</a:t>
            </a:r>
          </a:p>
          <a:p>
            <a:pPr marL="285750" indent="-285750" algn="just" fontAlgn="auto">
              <a:lnSpc>
                <a:spcPct val="130000"/>
              </a:lnSpc>
              <a:spcBef>
                <a:spcPts val="600"/>
              </a:spcBef>
              <a:spcAft>
                <a:spcPts val="600"/>
              </a:spcAft>
              <a:buClr>
                <a:srgbClr val="376092"/>
              </a:buClr>
              <a:buSzTx/>
              <a:buFont typeface="Arial" panose="020B0604020202020204" pitchFamily="34" charset="0"/>
              <a:buChar char="•"/>
            </a:pPr>
            <a:r>
              <a:rPr lang="zh-CN" altLang="en-US" sz="1600" b="1">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在平台工具方面，</a:t>
            </a:r>
            <a:endParaRPr sz="1600">
              <a:solidFill>
                <a:schemeClr val="tx1"/>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888615" y="2843530"/>
            <a:ext cx="7619365" cy="1380490"/>
            <a:chOff x="3931" y="3662"/>
            <a:chExt cx="11999" cy="2174"/>
          </a:xfrm>
        </p:grpSpPr>
        <p:sp>
          <p:nvSpPr>
            <p:cNvPr id="5" name="Freeform 57"/>
            <p:cNvSpPr/>
            <p:nvPr/>
          </p:nvSpPr>
          <p:spPr bwMode="auto">
            <a:xfrm>
              <a:off x="3931" y="3682"/>
              <a:ext cx="1417"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一</a:t>
              </a:r>
            </a:p>
          </p:txBody>
        </p:sp>
        <p:sp>
          <p:nvSpPr>
            <p:cNvPr id="9" name="Freeform 56"/>
            <p:cNvSpPr/>
            <p:nvPr/>
          </p:nvSpPr>
          <p:spPr bwMode="auto">
            <a:xfrm>
              <a:off x="5521" y="366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bg1">
                      <a:lumMod val="75000"/>
                    </a:schemeClr>
                  </a:solidFill>
                  <a:latin typeface="思源黑体 CN Medium" panose="020B0600000000000000" charset="-122"/>
                  <a:ea typeface="思源黑体 CN Medium" panose="020B0600000000000000" charset="-122"/>
                  <a:sym typeface="+mn-ea"/>
                </a:rPr>
                <a:t>2026年上半年主要成效</a:t>
              </a:r>
            </a:p>
          </p:txBody>
        </p:sp>
        <p:sp>
          <p:nvSpPr>
            <p:cNvPr id="10" name="Freeform 57"/>
            <p:cNvSpPr/>
            <p:nvPr/>
          </p:nvSpPr>
          <p:spPr bwMode="auto">
            <a:xfrm>
              <a:off x="3932" y="5012"/>
              <a:ext cx="1417" cy="824"/>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ctr">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二</a:t>
              </a:r>
            </a:p>
          </p:txBody>
        </p:sp>
        <p:sp>
          <p:nvSpPr>
            <p:cNvPr id="11" name="Freeform 56"/>
            <p:cNvSpPr/>
            <p:nvPr/>
          </p:nvSpPr>
          <p:spPr bwMode="auto">
            <a:xfrm>
              <a:off x="5522" y="5012"/>
              <a:ext cx="10408" cy="822"/>
            </a:xfrm>
            <a:prstGeom prst="rect">
              <a:avLst/>
            </a:prstGeom>
            <a:noFill/>
            <a:extLst>
              <a:ext uri="{909E8E84-426E-40DD-AFC4-6F175D3DCCD1}">
                <a14:hiddenFill xmlns:a14="http://schemas.microsoft.com/office/drawing/2010/main">
                  <a:solidFill>
                    <a:schemeClr val="bg1">
                      <a:lumMod val="95000"/>
                    </a:schemeClr>
                  </a:solidFill>
                </a14:hiddenFill>
              </a:ext>
            </a:extLst>
          </p:spPr>
          <p:txBody>
            <a:bodyPr wrap="square" lIns="91440" tIns="45720" rIns="91440" bIns="45720" anchor="t">
              <a:spAutoFit/>
            </a:bodyPr>
            <a:lstStyle/>
            <a:p>
              <a:pPr lvl="0" algn="l">
                <a:buClrTx/>
                <a:buSzTx/>
                <a:buFontTx/>
              </a:pPr>
              <a:r>
                <a:rPr lang="zh-CN" altLang="en-US" sz="2800" b="1">
                  <a:solidFill>
                    <a:schemeClr val="tx1"/>
                  </a:solidFill>
                  <a:latin typeface="思源黑体 CN Medium" panose="020B0600000000000000" charset="-122"/>
                  <a:ea typeface="思源黑体 CN Medium" panose="020B0600000000000000" charset="-122"/>
                  <a:sym typeface="+mn-ea"/>
                </a:rPr>
                <a:t>2026年下半年工作安排</a:t>
              </a:r>
            </a:p>
          </p:txBody>
        </p:sp>
      </p:grpSp>
      <p:sp>
        <p:nvSpPr>
          <p:cNvPr id="2" name="标题 1">
            <a:extLst>
              <a:ext uri="{FF2B5EF4-FFF2-40B4-BE49-F238E27FC236}">
                <a16:creationId xmlns:a16="http://schemas.microsoft.com/office/drawing/2014/main" id="{5000E2A4-C799-457C-A3FB-DF734C438326}"/>
              </a:ext>
            </a:extLst>
          </p:cNvPr>
          <p:cNvSpPr>
            <a:spLocks noGrp="1"/>
          </p:cNvSpPr>
          <p:nvPr>
            <p:ph type="title"/>
          </p:nvPr>
        </p:nvSpPr>
        <p:spPr/>
        <p:txBody>
          <a:bodyPr/>
          <a:lstStyle/>
          <a:p>
            <a:r>
              <a:rPr lang="zh-CN" altLang="en-US" dirty="0"/>
              <a:t>目录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形状1231"/>
          <p:cNvSpPr/>
          <p:nvPr/>
        </p:nvSpPr>
        <p:spPr>
          <a:xfrm>
            <a:off x="8831580" y="2632710"/>
            <a:ext cx="2888615" cy="3780155"/>
          </a:xfrm>
          <a:prstGeom prst="roundRect">
            <a:avLst>
              <a:gd name="adj" fmla="val 399"/>
            </a:avLst>
          </a:prstGeom>
          <a:solidFill>
            <a:srgbClr val="3098FF">
              <a:lumMod val="20000"/>
              <a:lumOff val="80000"/>
              <a:alpha val="30000"/>
            </a:srgbClr>
          </a:solidFill>
          <a:ln w="19050" cap="flat" cmpd="sng" algn="ctr">
            <a:no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0" name="形状12323"/>
          <p:cNvSpPr/>
          <p:nvPr/>
        </p:nvSpPr>
        <p:spPr>
          <a:xfrm>
            <a:off x="514350" y="1226185"/>
            <a:ext cx="11262995" cy="1224915"/>
          </a:xfrm>
          <a:prstGeom prst="roundRect">
            <a:avLst>
              <a:gd name="adj" fmla="val 2511"/>
            </a:avLst>
          </a:prstGeom>
          <a:gradFill flip="none" rotWithShape="1">
            <a:gsLst>
              <a:gs pos="58000">
                <a:srgbClr val="3045A6">
                  <a:alpha val="0"/>
                </a:srgbClr>
              </a:gs>
              <a:gs pos="100000">
                <a:schemeClr val="accent5">
                  <a:alpha val="60000"/>
                </a:schemeClr>
              </a:gs>
            </a:gsLst>
            <a:path path="circle">
              <a:fillToRect l="50000" t="50000" r="50000" b="50000"/>
            </a:path>
            <a:tileRect/>
          </a:gradFill>
          <a:ln w="9525">
            <a:gradFill>
              <a:gsLst>
                <a:gs pos="23000">
                  <a:srgbClr val="3045A6">
                    <a:alpha val="0"/>
                  </a:srgbClr>
                </a:gs>
                <a:gs pos="100000">
                  <a:srgbClr val="3045A6"/>
                </a:gs>
              </a:gsLst>
              <a:lin ang="0" scaled="0"/>
            </a:grad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ym typeface="Arial" panose="020B0604020202020204" pitchFamily="34" charset="0"/>
            </a:endParaRPr>
          </a:p>
        </p:txBody>
      </p:sp>
      <p:sp>
        <p:nvSpPr>
          <p:cNvPr id="4" name="形状12324"/>
          <p:cNvSpPr/>
          <p:nvPr/>
        </p:nvSpPr>
        <p:spPr>
          <a:xfrm>
            <a:off x="623570" y="1337945"/>
            <a:ext cx="11049635" cy="1005840"/>
          </a:xfrm>
          <a:prstGeom prst="rect">
            <a:avLst/>
          </a:prstGeom>
          <a:solidFill>
            <a:srgbClr val="FFFFFF"/>
          </a:solidFill>
          <a:ln w="12700" cap="flat" cmpd="sng" algn="ctr">
            <a:noFill/>
            <a:prstDash val="solid"/>
            <a:miter lim="800000"/>
          </a:ln>
          <a:effectLst>
            <a:outerShdw blurRad="381000" sx="102000" sy="102000" algn="ctr" rotWithShape="0">
              <a:prstClr val="black">
                <a:alpha val="7000"/>
              </a:prstClr>
            </a:outerShdw>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5" name="形状12325"/>
          <p:cNvSpPr/>
          <p:nvPr/>
        </p:nvSpPr>
        <p:spPr>
          <a:xfrm>
            <a:off x="595630" y="1337945"/>
            <a:ext cx="53340" cy="1006475"/>
          </a:xfrm>
          <a:prstGeom prst="rect">
            <a:avLst/>
          </a:prstGeom>
          <a:solidFill>
            <a:srgbClr val="003598"/>
          </a:solidFill>
          <a:ln w="12700" cap="flat" cmpd="sng" algn="ctr">
            <a:solidFill>
              <a:schemeClr val="accent5"/>
            </a:solidFill>
            <a:prstDash val="solid"/>
            <a:miter lim="800000"/>
          </a:ln>
          <a:effectLst/>
        </p:spPr>
        <p:txBody>
          <a:bodyPr rtlCol="0" anchor="ctr"/>
          <a:lstStyle/>
          <a:p>
            <a:pPr algn="ctr"/>
            <a:endParaRPr lang="en-US" sz="2800"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3" name="标题 2">
            <a:extLst>
              <a:ext uri="{FF2B5EF4-FFF2-40B4-BE49-F238E27FC236}">
                <a16:creationId xmlns:a16="http://schemas.microsoft.com/office/drawing/2014/main" id="{40E0BF0F-1455-4882-96FA-89014EB35A46}"/>
              </a:ext>
            </a:extLst>
          </p:cNvPr>
          <p:cNvSpPr>
            <a:spLocks noGrp="1"/>
          </p:cNvSpPr>
          <p:nvPr>
            <p:ph type="title"/>
          </p:nvPr>
        </p:nvSpPr>
        <p:spPr/>
        <p:txBody>
          <a:bodyPr/>
          <a:lstStyle/>
          <a:p>
            <a:r>
              <a:rPr lang="zh-CN" altLang="en-US" dirty="0"/>
              <a:t>标题</a:t>
            </a:r>
          </a:p>
        </p:txBody>
      </p:sp>
      <p:sp>
        <p:nvSpPr>
          <p:cNvPr id="6"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9</a:t>
            </a:fld>
            <a:endParaRPr lang="zh-CN" altLang="en-US"/>
          </a:p>
        </p:txBody>
      </p:sp>
      <p:sp>
        <p:nvSpPr>
          <p:cNvPr id="15" name="文本框 14"/>
          <p:cNvSpPr txBox="1"/>
          <p:nvPr/>
        </p:nvSpPr>
        <p:spPr>
          <a:xfrm>
            <a:off x="8998585" y="3309620"/>
            <a:ext cx="2561590" cy="1503680"/>
          </a:xfrm>
          <a:prstGeom prst="plaque">
            <a:avLst>
              <a:gd name="adj" fmla="val 0"/>
            </a:avLst>
          </a:prstGeom>
          <a:solidFill>
            <a:schemeClr val="accent5">
              <a:lumMod val="20000"/>
              <a:lumOff val="80000"/>
              <a:alpha val="70000"/>
            </a:schemeClr>
          </a:solidFill>
        </p:spPr>
        <p:txBody>
          <a:bodyPr wrap="square" rtlCol="0" anchor="ctr" anchorCtr="1">
            <a:noAutofit/>
          </a:bodyPr>
          <a:lstStyle/>
          <a:p>
            <a:pPr algn="ctr">
              <a:lnSpc>
                <a:spcPct val="110000"/>
              </a:lnSpc>
              <a:buClrTx/>
              <a:buSzTx/>
              <a:buFontTx/>
            </a:pPr>
            <a:endParaRPr lang="zh-CN"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22" name="文本框 21"/>
          <p:cNvSpPr txBox="1"/>
          <p:nvPr/>
        </p:nvSpPr>
        <p:spPr>
          <a:xfrm>
            <a:off x="8998585" y="5052060"/>
            <a:ext cx="2561590" cy="1202690"/>
          </a:xfrm>
          <a:prstGeom prst="plaque">
            <a:avLst>
              <a:gd name="adj" fmla="val 0"/>
            </a:avLst>
          </a:prstGeom>
          <a:solidFill>
            <a:schemeClr val="accent5">
              <a:lumMod val="20000"/>
              <a:lumOff val="80000"/>
              <a:alpha val="70000"/>
            </a:schemeClr>
          </a:solidFill>
        </p:spPr>
        <p:txBody>
          <a:bodyPr wrap="square" rtlCol="0" anchor="ctr" anchorCtr="1">
            <a:noAutofit/>
          </a:bodyPr>
          <a:lstStyle/>
          <a:p>
            <a:pPr algn="ctr">
              <a:lnSpc>
                <a:spcPct val="110000"/>
              </a:lnSpc>
              <a:buClrTx/>
              <a:buSzTx/>
              <a:buFontTx/>
            </a:pPr>
            <a:endParaRPr lang="zh-CN"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33" name="形状1231"/>
          <p:cNvSpPr/>
          <p:nvPr/>
        </p:nvSpPr>
        <p:spPr>
          <a:xfrm>
            <a:off x="514350" y="2588260"/>
            <a:ext cx="7992110" cy="2407920"/>
          </a:xfrm>
          <a:prstGeom prst="roundRect">
            <a:avLst>
              <a:gd name="adj" fmla="val 399"/>
            </a:avLst>
          </a:prstGeom>
          <a:solidFill>
            <a:srgbClr val="3098FF">
              <a:lumMod val="20000"/>
              <a:lumOff val="80000"/>
              <a:alpha val="15079"/>
            </a:srgbClr>
          </a:solidFill>
          <a:ln w="19050" cap="flat" cmpd="sng" algn="ctr">
            <a:solidFill>
              <a:schemeClr val="accent5"/>
            </a:solidFill>
            <a:prstDash val="dash"/>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cxnSp>
        <p:nvCxnSpPr>
          <p:cNvPr id="36" name="直接连接符 35"/>
          <p:cNvCxnSpPr/>
          <p:nvPr/>
        </p:nvCxnSpPr>
        <p:spPr>
          <a:xfrm>
            <a:off x="591185" y="3078480"/>
            <a:ext cx="7740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38" name="形状1231"/>
          <p:cNvSpPr/>
          <p:nvPr/>
        </p:nvSpPr>
        <p:spPr>
          <a:xfrm>
            <a:off x="514985" y="5125085"/>
            <a:ext cx="3967480" cy="1329690"/>
          </a:xfrm>
          <a:prstGeom prst="roundRect">
            <a:avLst>
              <a:gd name="adj" fmla="val 399"/>
            </a:avLst>
          </a:prstGeom>
          <a:solidFill>
            <a:srgbClr val="3098FF">
              <a:lumMod val="20000"/>
              <a:lumOff val="80000"/>
              <a:alpha val="30000"/>
            </a:srgbClr>
          </a:solidFill>
          <a:ln w="19050" cap="flat" cmpd="sng" algn="ctr">
            <a:solidFill>
              <a:schemeClr val="accent5"/>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40" name="文本框 39"/>
          <p:cNvSpPr txBox="1"/>
          <p:nvPr/>
        </p:nvSpPr>
        <p:spPr>
          <a:xfrm>
            <a:off x="718820" y="5526405"/>
            <a:ext cx="3764915" cy="865505"/>
          </a:xfrm>
          <a:prstGeom prst="rect">
            <a:avLst/>
          </a:prstGeom>
          <a:noFill/>
          <a:ln w="9525">
            <a:noFill/>
            <a:miter lim="800000"/>
          </a:ln>
        </p:spPr>
        <p:txBody>
          <a:bodyPr vert="horz" wrap="square" lIns="87155" tIns="43578" rIns="87155" bIns="43578" numCol="1" anchor="t" anchorCtr="0" compatLnSpc="1">
            <a:noAutofit/>
          </a:bodyPr>
          <a:lstStyle/>
          <a:p>
            <a:pPr marL="284480" lvl="1" indent="-284480" algn="l" fontAlgn="auto">
              <a:lnSpc>
                <a:spcPct val="130000"/>
              </a:lnSpc>
              <a:spcBef>
                <a:spcPts val="0"/>
              </a:spcBef>
              <a:spcAft>
                <a:spcPts val="0"/>
              </a:spcAft>
              <a:buClr>
                <a:srgbClr val="003598"/>
              </a:buClr>
              <a:buSzTx/>
              <a:buFont typeface="Wingdings" panose="05000000000000000000" charset="0"/>
              <a:buChar char="l"/>
            </a:pPr>
            <a:endParaRPr lang="zh-CN" altLang="en-US" sz="1200">
              <a:solidFill>
                <a:schemeClr val="bg1">
                  <a:lumMod val="50000"/>
                </a:schemeClr>
              </a:solidFill>
              <a:latin typeface="微软雅黑" panose="020B0503020204020204" pitchFamily="34" charset="-122"/>
              <a:ea typeface="微软雅黑" panose="020B0503020204020204" pitchFamily="34" charset="-122"/>
              <a:sym typeface="+mn-ea"/>
            </a:endParaRPr>
          </a:p>
        </p:txBody>
      </p:sp>
      <p:sp>
        <p:nvSpPr>
          <p:cNvPr id="34" name="缺角矩形 33"/>
          <p:cNvSpPr/>
          <p:nvPr/>
        </p:nvSpPr>
        <p:spPr>
          <a:xfrm rot="5400000">
            <a:off x="2227748" y="1709252"/>
            <a:ext cx="648000" cy="366522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4" name="文本框 43"/>
          <p:cNvSpPr txBox="1"/>
          <p:nvPr/>
        </p:nvSpPr>
        <p:spPr>
          <a:xfrm>
            <a:off x="1093470" y="3388510"/>
            <a:ext cx="3039745" cy="306705"/>
          </a:xfrm>
          <a:prstGeom prst="rect">
            <a:avLst/>
          </a:prstGeom>
          <a:noFill/>
        </p:spPr>
        <p:txBody>
          <a:bodyPr wrap="square" rtlCol="0">
            <a:spAutoFit/>
          </a:bodyPr>
          <a:lstStyle/>
          <a:p>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要点</a:t>
            </a:r>
            <a:r>
              <a:rPr lang="en-US" altLang="zh-CN"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XXXX</a:t>
            </a:r>
            <a:endParaRPr lang="zh-CN" altLang="en-US" sz="1400" b="1" dirty="0">
              <a:latin typeface="微软雅黑" panose="020B0503020204020204" pitchFamily="34" charset="-122"/>
              <a:ea typeface="微软雅黑" panose="020B0503020204020204" pitchFamily="34" charset="-122"/>
              <a:sym typeface="+mn-ea"/>
            </a:endParaRPr>
          </a:p>
        </p:txBody>
      </p:sp>
      <p:sp>
        <p:nvSpPr>
          <p:cNvPr id="26" name="缺角矩形 25"/>
          <p:cNvSpPr/>
          <p:nvPr/>
        </p:nvSpPr>
        <p:spPr>
          <a:xfrm rot="5400000">
            <a:off x="6022508" y="1678137"/>
            <a:ext cx="648000" cy="372745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27" name="文本框 26"/>
          <p:cNvSpPr txBox="1"/>
          <p:nvPr/>
        </p:nvSpPr>
        <p:spPr>
          <a:xfrm>
            <a:off x="4686300" y="3388510"/>
            <a:ext cx="3523615" cy="306705"/>
          </a:xfrm>
          <a:prstGeom prst="rect">
            <a:avLst/>
          </a:prstGeom>
          <a:noFill/>
        </p:spPr>
        <p:txBody>
          <a:bodyPr wrap="square" rtlCol="0">
            <a:spAutoFit/>
          </a:bodyPr>
          <a:lstStyle/>
          <a:p>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要点</a:t>
            </a:r>
            <a:r>
              <a:rPr lang="en-US" altLang="zh-CN"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XXXX</a:t>
            </a:r>
            <a:endParaRPr lang="zh-CN" altLang="en-US" sz="1400" b="1" dirty="0">
              <a:latin typeface="微软雅黑" panose="020B0503020204020204" pitchFamily="34" charset="-122"/>
              <a:ea typeface="微软雅黑" panose="020B0503020204020204" pitchFamily="34" charset="-122"/>
              <a:sym typeface="+mn-ea"/>
            </a:endParaRPr>
          </a:p>
        </p:txBody>
      </p:sp>
      <p:sp>
        <p:nvSpPr>
          <p:cNvPr id="45" name="缺角矩形 44"/>
          <p:cNvSpPr/>
          <p:nvPr/>
        </p:nvSpPr>
        <p:spPr>
          <a:xfrm rot="5400000">
            <a:off x="2228065" y="2620160"/>
            <a:ext cx="648000" cy="366522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6" name="缺角矩形 45"/>
          <p:cNvSpPr/>
          <p:nvPr/>
        </p:nvSpPr>
        <p:spPr>
          <a:xfrm rot="5400000">
            <a:off x="6022825" y="2589045"/>
            <a:ext cx="648000" cy="3727450"/>
          </a:xfrm>
          <a:prstGeom prst="plaque">
            <a:avLst>
              <a:gd name="adj" fmla="val 0"/>
            </a:avLst>
          </a:prstGeom>
          <a:gradFill>
            <a:gsLst>
              <a:gs pos="0">
                <a:srgbClr val="3045A6">
                  <a:alpha val="10000"/>
                </a:srgbClr>
              </a:gs>
              <a:gs pos="100000">
                <a:srgbClr val="3045A6">
                  <a:alpha val="0"/>
                </a:srgbClr>
              </a:gs>
            </a:gsLst>
            <a:lin ang="0" scaled="0"/>
          </a:gradFill>
          <a:ln>
            <a:noFill/>
          </a:ln>
        </p:spPr>
        <p:style>
          <a:lnRef idx="2">
            <a:srgbClr val="3045A6">
              <a:shade val="50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Source Han Sans CN Light" panose="020B0500000000000000" pitchFamily="34" charset="-128"/>
              <a:ea typeface="Source Han Sans CN Regular" panose="020B0500000000000000" pitchFamily="34" charset="-128"/>
              <a:sym typeface="+mn-ea"/>
            </a:endParaRPr>
          </a:p>
        </p:txBody>
      </p:sp>
      <p:sp>
        <p:nvSpPr>
          <p:cNvPr id="48" name="文本框 47"/>
          <p:cNvSpPr txBox="1"/>
          <p:nvPr/>
        </p:nvSpPr>
        <p:spPr>
          <a:xfrm>
            <a:off x="1093470" y="4299417"/>
            <a:ext cx="3039745" cy="306705"/>
          </a:xfrm>
          <a:prstGeom prst="rect">
            <a:avLst/>
          </a:prstGeom>
          <a:noFill/>
        </p:spPr>
        <p:txBody>
          <a:bodyPr wrap="square" rtlCol="0">
            <a:spAutoFit/>
          </a:bodyPr>
          <a:lstStyle/>
          <a:p>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要点</a:t>
            </a:r>
            <a:r>
              <a:rPr lang="en-US" altLang="zh-CN"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XXXX</a:t>
            </a:r>
            <a:endParaRPr lang="zh-CN" altLang="en-US" sz="1400" b="1" dirty="0">
              <a:latin typeface="微软雅黑" panose="020B0503020204020204" pitchFamily="34" charset="-122"/>
              <a:ea typeface="微软雅黑" panose="020B0503020204020204" pitchFamily="34" charset="-122"/>
              <a:sym typeface="+mn-ea"/>
            </a:endParaRPr>
          </a:p>
        </p:txBody>
      </p:sp>
      <p:sp>
        <p:nvSpPr>
          <p:cNvPr id="49" name="文本框 48"/>
          <p:cNvSpPr txBox="1"/>
          <p:nvPr/>
        </p:nvSpPr>
        <p:spPr>
          <a:xfrm>
            <a:off x="4686300" y="4299417"/>
            <a:ext cx="3523615" cy="306705"/>
          </a:xfrm>
          <a:prstGeom prst="rect">
            <a:avLst/>
          </a:prstGeom>
          <a:noFill/>
        </p:spPr>
        <p:txBody>
          <a:bodyPr wrap="square" rtlCol="0">
            <a:spAutoFit/>
          </a:bodyPr>
          <a:lstStyle/>
          <a:p>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要点</a:t>
            </a:r>
            <a:r>
              <a:rPr lang="en-US" altLang="zh-CN"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1" dirty="0">
                <a:solidFill>
                  <a:srgbClr val="003598"/>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XXXX</a:t>
            </a:r>
            <a:endParaRPr lang="zh-CN" altLang="en-US" sz="1400" b="1" dirty="0">
              <a:latin typeface="微软雅黑" panose="020B0503020204020204" pitchFamily="34" charset="-122"/>
              <a:ea typeface="微软雅黑" panose="020B0503020204020204" pitchFamily="34" charset="-122"/>
              <a:sym typeface="+mn-ea"/>
            </a:endParaRPr>
          </a:p>
        </p:txBody>
      </p:sp>
      <p:sp>
        <p:nvSpPr>
          <p:cNvPr id="53" name="文本框 52"/>
          <p:cNvSpPr txBox="1"/>
          <p:nvPr/>
        </p:nvSpPr>
        <p:spPr>
          <a:xfrm>
            <a:off x="1485265" y="5167630"/>
            <a:ext cx="2220595" cy="337185"/>
          </a:xfrm>
          <a:prstGeom prst="rect">
            <a:avLst/>
          </a:prstGeom>
          <a:noFill/>
        </p:spPr>
        <p:txBody>
          <a:bodyPr wrap="square" rtlCol="0" anchor="t">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5" name="形状1231"/>
          <p:cNvSpPr/>
          <p:nvPr/>
        </p:nvSpPr>
        <p:spPr>
          <a:xfrm>
            <a:off x="4624070" y="5125085"/>
            <a:ext cx="3906520" cy="1329690"/>
          </a:xfrm>
          <a:prstGeom prst="roundRect">
            <a:avLst>
              <a:gd name="adj" fmla="val 399"/>
            </a:avLst>
          </a:prstGeom>
          <a:solidFill>
            <a:srgbClr val="3098FF">
              <a:lumMod val="20000"/>
              <a:lumOff val="80000"/>
              <a:alpha val="30000"/>
            </a:srgbClr>
          </a:solidFill>
          <a:ln w="19050" cap="flat" cmpd="sng" algn="ctr">
            <a:solidFill>
              <a:schemeClr val="accent5"/>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56" name="文本框 55"/>
          <p:cNvSpPr txBox="1"/>
          <p:nvPr/>
        </p:nvSpPr>
        <p:spPr>
          <a:xfrm>
            <a:off x="5506720" y="5167630"/>
            <a:ext cx="2220595" cy="337185"/>
          </a:xfrm>
          <a:prstGeom prst="rect">
            <a:avLst/>
          </a:prstGeom>
          <a:noFill/>
        </p:spPr>
        <p:txBody>
          <a:bodyPr wrap="square" rtlCol="0" anchor="t">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57" name="直接连接符 56"/>
          <p:cNvCxnSpPr/>
          <p:nvPr/>
        </p:nvCxnSpPr>
        <p:spPr>
          <a:xfrm>
            <a:off x="595630" y="5514975"/>
            <a:ext cx="3600000"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4777740" y="5514975"/>
            <a:ext cx="3600000"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61" name="任意多边形: 形状 1117"/>
          <p:cNvSpPr/>
          <p:nvPr/>
        </p:nvSpPr>
        <p:spPr>
          <a:xfrm rot="5400000">
            <a:off x="9918265" y="4479010"/>
            <a:ext cx="3708000" cy="10800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2" name="任意多边形: 形状 1117"/>
          <p:cNvSpPr/>
          <p:nvPr/>
        </p:nvSpPr>
        <p:spPr>
          <a:xfrm rot="16200000">
            <a:off x="6923605" y="4479010"/>
            <a:ext cx="3708000" cy="10800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wrap="square" rtlCol="0" anchor="ctr">
            <a:noAutofit/>
          </a:bodyPr>
          <a:lstStyle/>
          <a:p>
            <a:pPr algn="ctr"/>
            <a:endParaRPr lang="zh-CN" altLang="en-US"/>
          </a:p>
        </p:txBody>
      </p:sp>
      <p:sp>
        <p:nvSpPr>
          <p:cNvPr id="63" name="任意多边形: 形状 1117"/>
          <p:cNvSpPr/>
          <p:nvPr/>
        </p:nvSpPr>
        <p:spPr>
          <a:xfrm>
            <a:off x="8860155" y="2524760"/>
            <a:ext cx="2844000" cy="10795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4" name="任意多边形: 形状 1117"/>
          <p:cNvSpPr/>
          <p:nvPr/>
        </p:nvSpPr>
        <p:spPr>
          <a:xfrm rot="10800000">
            <a:off x="8866670" y="6385560"/>
            <a:ext cx="2844000" cy="107950"/>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rgbClr val="3045A6">
                  <a:lumMod val="5000"/>
                  <a:lumOff val="95000"/>
                </a:srgbClr>
              </a:gs>
              <a:gs pos="100000">
                <a:schemeClr val="accent5"/>
              </a:gs>
            </a:gsLst>
            <a:lin ang="0" scaled="0"/>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5" name="文本框 64"/>
          <p:cNvSpPr txBox="1"/>
          <p:nvPr/>
        </p:nvSpPr>
        <p:spPr>
          <a:xfrm>
            <a:off x="8934450" y="2664460"/>
            <a:ext cx="2716530" cy="332105"/>
          </a:xfrm>
          <a:prstGeom prst="rect">
            <a:avLst/>
          </a:prstGeom>
          <a:noFill/>
          <a:ln w="9525">
            <a:noFill/>
            <a:miter lim="800000"/>
          </a:ln>
        </p:spPr>
        <p:txBody>
          <a:bodyPr vert="horz" wrap="square" lIns="87155" tIns="43578" rIns="87155" bIns="43578" numCol="1" anchor="t" anchorCtr="0" compatLnSpc="1">
            <a:spAutoFit/>
          </a:bodyPr>
          <a:lstStyle/>
          <a:p>
            <a:pPr marL="0" lvl="1" algn="ctr" defTabSz="179705">
              <a:lnSpc>
                <a:spcPct val="100000"/>
              </a:lnSpc>
              <a:spcBef>
                <a:spcPts val="0"/>
              </a:spcBef>
              <a:spcAft>
                <a:spcPts val="0"/>
              </a:spcAft>
              <a:buClr>
                <a:srgbClr val="C00000"/>
              </a:buClr>
              <a:buSzTx/>
              <a:buFont typeface="Wingdings" panose="05000000000000000000" charset="0"/>
              <a:buNone/>
            </a:pPr>
            <a:r>
              <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3</a:t>
            </a:r>
            <a:endPar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6" name="直接连接符 65"/>
          <p:cNvCxnSpPr/>
          <p:nvPr/>
        </p:nvCxnSpPr>
        <p:spPr>
          <a:xfrm>
            <a:off x="9022080" y="3078480"/>
            <a:ext cx="256476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8998585" y="5052060"/>
            <a:ext cx="258889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4</a:t>
            </a:r>
            <a:endParaRPr lang="zh-CN" altLang="en-US" sz="16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5" name="矩形 34">
            <a:extLst>
              <a:ext uri="{FF2B5EF4-FFF2-40B4-BE49-F238E27FC236}">
                <a16:creationId xmlns:a16="http://schemas.microsoft.com/office/drawing/2014/main" id="{4473FFFB-1381-4581-9F65-DF7FA5730917}"/>
              </a:ext>
            </a:extLst>
          </p:cNvPr>
          <p:cNvSpPr/>
          <p:nvPr/>
        </p:nvSpPr>
        <p:spPr>
          <a:xfrm>
            <a:off x="730250" y="1398905"/>
            <a:ext cx="10838180" cy="806450"/>
          </a:xfrm>
          <a:prstGeom prst="rect">
            <a:avLst/>
          </a:prstGeom>
        </p:spPr>
        <p:txBody>
          <a:bodyPr wrap="square">
            <a:noAutofit/>
          </a:bodyPr>
          <a:lstStyle/>
          <a:p>
            <a:pPr marL="285750" lvl="1" indent="-285750" algn="just" defTabSz="1726565" eaLnBrk="0" fontAlgn="auto" hangingPunct="0">
              <a:lnSpc>
                <a:spcPct val="130000"/>
              </a:lnSpc>
              <a:spcBef>
                <a:spcPts val="0"/>
              </a:spcBef>
              <a:spcAft>
                <a:spcPts val="0"/>
              </a:spcAft>
              <a:buClr>
                <a:srgbClr val="2E75B6"/>
              </a:buClr>
              <a:buSzTx/>
              <a:buFont typeface="Wingdings" panose="05000000000000000000" charset="0"/>
              <a:buChar char="n"/>
              <a:defRPr/>
            </a:pPr>
            <a:r>
              <a:rPr lang="zh-CN" altLang="en-US" sz="1600" b="1" kern="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en-US" sz="1600" b="1" kern="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ACC30DB-AE9D-4F87-82C0-63E8D1D25AE3}"/>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10</a:t>
            </a:fld>
            <a:endParaRPr lang="zh-CN" altLang="en-US"/>
          </a:p>
        </p:txBody>
      </p:sp>
      <p:sp>
        <p:nvSpPr>
          <p:cNvPr id="6" name="文本框 5"/>
          <p:cNvSpPr txBox="1"/>
          <p:nvPr/>
        </p:nvSpPr>
        <p:spPr>
          <a:xfrm>
            <a:off x="583565" y="1065530"/>
            <a:ext cx="10830560" cy="376932"/>
          </a:xfrm>
          <a:prstGeom prst="rect">
            <a:avLst/>
          </a:prstGeom>
          <a:noFill/>
          <a:ln w="9525">
            <a:noFill/>
            <a:miter lim="800000"/>
          </a:ln>
        </p:spPr>
        <p:txBody>
          <a:bodyPr vert="horz" wrap="square" lIns="87155" tIns="43578" rIns="87155" bIns="43578" numCol="1" anchor="t" anchorCtr="0" compatLnSpc="1">
            <a:spAutoFit/>
          </a:bodyPr>
          <a:lstStyle/>
          <a:p>
            <a:pPr marL="0" eaLnBrk="1" latinLnBrk="0" hangingPunct="1">
              <a:lnSpc>
                <a:spcPct val="130000"/>
              </a:lnSpc>
              <a:buClrTx/>
              <a:buSzTx/>
              <a:buFontTx/>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矩形 31"/>
          <p:cNvSpPr/>
          <p:nvPr/>
        </p:nvSpPr>
        <p:spPr>
          <a:xfrm>
            <a:off x="4681855" y="1926590"/>
            <a:ext cx="3740150" cy="4500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bwMode="auto">
          <a:xfrm>
            <a:off x="4841240" y="2099310"/>
            <a:ext cx="3421380"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要点</a:t>
            </a:r>
            <a:r>
              <a:rPr lang="en-US" altLang="zh-CN" sz="1400" b="1" kern="0" dirty="0">
                <a:solidFill>
                  <a:schemeClr val="bg1"/>
                </a:solidFill>
                <a:latin typeface="微软雅黑" panose="020B0503020204020204" pitchFamily="34" charset="-122"/>
                <a:ea typeface="微软雅黑" panose="020B0503020204020204" pitchFamily="34" charset="-122"/>
                <a:sym typeface="+mn-ea"/>
              </a:rPr>
              <a:t>2</a:t>
            </a:r>
            <a:endPar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5" name="矩形 34"/>
          <p:cNvSpPr/>
          <p:nvPr/>
        </p:nvSpPr>
        <p:spPr>
          <a:xfrm>
            <a:off x="8771890" y="1901190"/>
            <a:ext cx="2714625" cy="2088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771890" y="4310990"/>
            <a:ext cx="2714625" cy="2088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bwMode="auto">
          <a:xfrm>
            <a:off x="8887460" y="2099310"/>
            <a:ext cx="2483485"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要点</a:t>
            </a:r>
            <a:r>
              <a:rPr lang="en-US" altLang="zh-CN" sz="1400" b="1" kern="0" dirty="0">
                <a:solidFill>
                  <a:schemeClr val="bg1"/>
                </a:solidFill>
                <a:latin typeface="微软雅黑" panose="020B0503020204020204" pitchFamily="34" charset="-122"/>
                <a:ea typeface="微软雅黑" panose="020B0503020204020204" pitchFamily="34" charset="-122"/>
                <a:sym typeface="+mn-ea"/>
              </a:rPr>
              <a:t>3</a:t>
            </a:r>
            <a:endPar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40" name="矩形 39"/>
          <p:cNvSpPr/>
          <p:nvPr/>
        </p:nvSpPr>
        <p:spPr bwMode="auto">
          <a:xfrm>
            <a:off x="8887460" y="4523740"/>
            <a:ext cx="2483485"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no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要点</a:t>
            </a:r>
            <a:r>
              <a:rPr lang="en-US" altLang="zh-CN"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4</a:t>
            </a:r>
            <a:endPar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764405" y="2539365"/>
            <a:ext cx="3689350" cy="3859625"/>
          </a:xfrm>
          <a:prstGeom prst="rect">
            <a:avLst/>
          </a:prstGeom>
          <a:noFill/>
        </p:spPr>
        <p:txBody>
          <a:bodyPr wrap="square" rtlCol="0">
            <a:noAutofit/>
          </a:bodyPr>
          <a:lstStyle/>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要点</a:t>
            </a:r>
            <a:r>
              <a:rPr lang="en-US" altLang="zh-CN"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2.1</a:t>
            </a:r>
            <a:endPar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endParaRPr>
          </a:p>
          <a:p>
            <a:pPr marL="568960" lvl="1" indent="-285750" algn="l" fontAlgn="auto">
              <a:lnSpc>
                <a:spcPct val="120000"/>
              </a:lnSpc>
              <a:spcAft>
                <a:spcPts val="300"/>
              </a:spcAft>
              <a:buClr>
                <a:srgbClr val="4472C4"/>
              </a:buClr>
              <a:buSzTx/>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p>
          <a:p>
            <a:pPr marL="568960" lvl="1" indent="-285750" algn="l" fontAlgn="auto">
              <a:lnSpc>
                <a:spcPct val="120000"/>
              </a:lnSpc>
              <a:spcAft>
                <a:spcPts val="300"/>
              </a:spcAft>
              <a:buClr>
                <a:srgbClr val="4472C4"/>
              </a:buClr>
              <a:buSzTx/>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2.2</a:t>
            </a:r>
            <a:endPar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dirty="0">
              <a:latin typeface="微软雅黑" panose="020B0503020204020204" pitchFamily="34" charset="-122"/>
              <a:ea typeface="微软雅黑" panose="020B0503020204020204" pitchFamily="34" charset="-122"/>
              <a:sym typeface="+mn-ea"/>
            </a:endParaRPr>
          </a:p>
          <a:p>
            <a:pPr marL="284480" lvl="1" indent="-284480" algn="l" defTabSz="659765" fontAlgn="auto">
              <a:lnSpc>
                <a:spcPct val="130000"/>
              </a:lnSpc>
              <a:spcBef>
                <a:spcPts val="600"/>
              </a:spcBef>
              <a:spcAft>
                <a:spcPts val="600"/>
              </a:spcAft>
              <a:buClr>
                <a:srgbClr val="4472C4"/>
              </a:buClr>
              <a:buSzTx/>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2.3</a:t>
            </a:r>
            <a:endParaRPr lang="zh-CN" altLang="en-US" sz="1400"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dirty="0">
              <a:latin typeface="微软雅黑" panose="020B0503020204020204" pitchFamily="34" charset="-122"/>
              <a:ea typeface="微软雅黑" panose="020B0503020204020204" pitchFamily="34" charset="-122"/>
              <a:sym typeface="黑体" panose="02010609060101010101" charset="-122"/>
            </a:endParaRPr>
          </a:p>
          <a:p>
            <a:pPr marL="284480" lvl="1" indent="-284480" defTabSz="659765">
              <a:lnSpc>
                <a:spcPct val="130000"/>
              </a:lnSpc>
              <a:spcBef>
                <a:spcPts val="600"/>
              </a:spcBef>
              <a:spcAft>
                <a:spcPts val="600"/>
              </a:spcAft>
              <a:buClr>
                <a:srgbClr val="4472C4"/>
              </a:buClr>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sym typeface="+mn-ea"/>
              </a:rPr>
              <a:t>2.4</a:t>
            </a:r>
            <a:endParaRPr lang="zh-CN" altLang="en-US" sz="1400" b="1" dirty="0">
              <a:solidFill>
                <a:schemeClr val="accent5"/>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p:txBody>
      </p:sp>
      <p:sp>
        <p:nvSpPr>
          <p:cNvPr id="69" name="矩形 68"/>
          <p:cNvSpPr/>
          <p:nvPr/>
        </p:nvSpPr>
        <p:spPr>
          <a:xfrm>
            <a:off x="680720" y="-652145"/>
            <a:ext cx="5976620" cy="368300"/>
          </a:xfrm>
          <a:prstGeom prst="rect">
            <a:avLst/>
          </a:prstGeom>
          <a:noFill/>
          <a:extLst>
            <a:ext uri="{909E8E84-426E-40DD-AFC4-6F175D3DCCD1}">
              <a14:hiddenFill xmlns:a14="http://schemas.microsoft.com/office/drawing/2010/main">
                <a:solidFill>
                  <a:srgbClr val="FFC000"/>
                </a:solidFill>
              </a14:hiddenFill>
            </a:ext>
          </a:extLst>
        </p:spPr>
        <p:txBody>
          <a:bodyPr wrap="square" rtlCol="0">
            <a:spAutoFit/>
          </a:bodyPr>
          <a:lstStyle/>
          <a:p>
            <a:pPr marL="0" algn="l">
              <a:lnSpc>
                <a:spcPct val="100000"/>
              </a:lnSpc>
              <a:buClrTx/>
              <a:buSzTx/>
              <a:buFontTx/>
            </a:pPr>
            <a:endParaRPr lang="zh-CN" altLang="en-US" b="1">
              <a:ln w="0"/>
              <a:latin typeface="思源黑体 CN Medium" panose="020B0600000000000000" charset="-122"/>
              <a:ea typeface="思源黑体 CN Medium" panose="020B0600000000000000" charset="-122"/>
              <a:sym typeface="+mn-ea"/>
            </a:endParaRPr>
          </a:p>
        </p:txBody>
      </p:sp>
      <p:sp>
        <p:nvSpPr>
          <p:cNvPr id="24" name="矩形 23"/>
          <p:cNvSpPr/>
          <p:nvPr/>
        </p:nvSpPr>
        <p:spPr>
          <a:xfrm>
            <a:off x="583565" y="1926590"/>
            <a:ext cx="3740150" cy="4500000"/>
          </a:xfrm>
          <a:prstGeom prst="rect">
            <a:avLst/>
          </a:prstGeom>
          <a:solidFill>
            <a:schemeClr val="bg1">
              <a:lumMod val="9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bwMode="auto">
          <a:xfrm>
            <a:off x="742950" y="2099310"/>
            <a:ext cx="3421380" cy="360045"/>
          </a:xfrm>
          <a:prstGeom prst="rect">
            <a:avLst/>
          </a:prstGeom>
          <a:solidFill>
            <a:schemeClr val="accent5"/>
          </a:solidFill>
          <a:ln w="25400" cap="flat" cmpd="sng" algn="ctr">
            <a:solidFill>
              <a:schemeClr val="accent1">
                <a:lumMod val="20000"/>
                <a:lumOff val="80000"/>
              </a:scheme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要点</a:t>
            </a:r>
            <a:r>
              <a:rPr kumimoji="0" lang="en-US" altLang="zh-CN"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1</a:t>
            </a:r>
            <a:endPar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p:cNvSpPr txBox="1"/>
          <p:nvPr/>
        </p:nvSpPr>
        <p:spPr>
          <a:xfrm>
            <a:off x="680720" y="2539365"/>
            <a:ext cx="3689350" cy="3939540"/>
          </a:xfrm>
          <a:prstGeom prst="rect">
            <a:avLst/>
          </a:prstGeom>
          <a:noFill/>
        </p:spPr>
        <p:txBody>
          <a:bodyPr wrap="square" rtlCol="0">
            <a:noAutofit/>
          </a:bodyPr>
          <a:lstStyle/>
          <a:p>
            <a:pPr marL="284480" lvl="1" indent="-284480" defTabSz="659765">
              <a:lnSpc>
                <a:spcPct val="130000"/>
              </a:lnSpc>
              <a:spcBef>
                <a:spcPts val="600"/>
              </a:spcBef>
              <a:spcAft>
                <a:spcPts val="600"/>
              </a:spcAft>
              <a:buClr>
                <a:srgbClr val="4472C4"/>
              </a:buClr>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rPr>
              <a:t>要点</a:t>
            </a:r>
            <a:r>
              <a:rPr lang="en-US" altLang="zh-CN" sz="1400" b="1" dirty="0">
                <a:solidFill>
                  <a:schemeClr val="accent5"/>
                </a:solidFill>
                <a:latin typeface="微软雅黑" panose="020B0503020204020204" pitchFamily="34" charset="-122"/>
                <a:ea typeface="微软雅黑" panose="020B0503020204020204" pitchFamily="34" charset="-122"/>
              </a:rPr>
              <a:t>1.1</a:t>
            </a:r>
            <a:endParaRPr lang="zh-CN" altLang="en-US" sz="1400" b="1" dirty="0">
              <a:solidFill>
                <a:schemeClr val="accent5"/>
              </a:solidFill>
              <a:latin typeface="微软雅黑" panose="020B0503020204020204" pitchFamily="34" charset="-122"/>
              <a:ea typeface="微软雅黑" panose="020B0503020204020204" pitchFamily="34" charset="-122"/>
            </a:endParaRPr>
          </a:p>
          <a:p>
            <a:pPr marL="568960" lvl="1" indent="-285750" algn="l" fontAlgn="auto">
              <a:lnSpc>
                <a:spcPct val="120000"/>
              </a:lnSpc>
              <a:spcAft>
                <a:spcPts val="300"/>
              </a:spcAft>
              <a:buClr>
                <a:srgbClr val="4472C4"/>
              </a:buClr>
              <a:buSzTx/>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p>
          <a:p>
            <a:pPr marL="568960" lvl="1" indent="-285750" algn="l" fontAlgn="auto">
              <a:lnSpc>
                <a:spcPct val="120000"/>
              </a:lnSpc>
              <a:spcAft>
                <a:spcPts val="300"/>
              </a:spcAft>
              <a:buClr>
                <a:srgbClr val="4472C4"/>
              </a:buClr>
              <a:buSzTx/>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284480" lvl="1" indent="-284480" defTabSz="659765">
              <a:lnSpc>
                <a:spcPct val="130000"/>
              </a:lnSpc>
              <a:spcBef>
                <a:spcPts val="600"/>
              </a:spcBef>
              <a:spcAft>
                <a:spcPts val="600"/>
              </a:spcAft>
              <a:buClr>
                <a:srgbClr val="4472C4"/>
              </a:buClr>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sym typeface="+mn-ea"/>
              </a:rPr>
              <a:t>1.2</a:t>
            </a:r>
            <a:endParaRPr lang="zh-CN" altLang="en-US" sz="1400" b="1" dirty="0">
              <a:solidFill>
                <a:schemeClr val="accent5"/>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284480" lvl="1" indent="-284480" defTabSz="659765">
              <a:lnSpc>
                <a:spcPct val="130000"/>
              </a:lnSpc>
              <a:spcBef>
                <a:spcPts val="600"/>
              </a:spcBef>
              <a:spcAft>
                <a:spcPts val="600"/>
              </a:spcAft>
              <a:buClr>
                <a:srgbClr val="4472C4"/>
              </a:buClr>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sym typeface="+mn-ea"/>
              </a:rPr>
              <a:t>1.3</a:t>
            </a:r>
            <a:endParaRPr lang="zh-CN" altLang="en-US" sz="1400" b="1" dirty="0">
              <a:solidFill>
                <a:schemeClr val="accent5"/>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黑体" panose="02010609060101010101" charset="-122"/>
            </a:endParaRPr>
          </a:p>
          <a:p>
            <a:pPr marL="284480" lvl="1" indent="-284480" defTabSz="659765">
              <a:lnSpc>
                <a:spcPct val="130000"/>
              </a:lnSpc>
              <a:spcBef>
                <a:spcPts val="600"/>
              </a:spcBef>
              <a:spcAft>
                <a:spcPts val="600"/>
              </a:spcAft>
              <a:buClr>
                <a:srgbClr val="4472C4"/>
              </a:buClr>
              <a:buFont typeface="Wingdings" panose="05000000000000000000" charset="0"/>
              <a:buChar char="p"/>
              <a:defRPr/>
            </a:pPr>
            <a:r>
              <a:rPr lang="zh-CN" altLang="en-US" sz="1400" b="1" dirty="0">
                <a:solidFill>
                  <a:schemeClr val="accent5"/>
                </a:solidFill>
                <a:latin typeface="微软雅黑" panose="020B0503020204020204" pitchFamily="34" charset="-122"/>
                <a:ea typeface="微软雅黑" panose="020B0503020204020204" pitchFamily="34" charset="-122"/>
                <a:sym typeface="+mn-ea"/>
              </a:rPr>
              <a:t>要点</a:t>
            </a:r>
            <a:r>
              <a:rPr lang="en-US" altLang="zh-CN" sz="1400" b="1" dirty="0">
                <a:solidFill>
                  <a:schemeClr val="accent5"/>
                </a:solidFill>
                <a:latin typeface="微软雅黑" panose="020B0503020204020204" pitchFamily="34" charset="-122"/>
                <a:ea typeface="微软雅黑" panose="020B0503020204020204" pitchFamily="34" charset="-122"/>
                <a:sym typeface="+mn-ea"/>
              </a:rPr>
              <a:t>1.4</a:t>
            </a:r>
            <a:endParaRPr lang="zh-CN" altLang="en-US" sz="1400" b="1" dirty="0">
              <a:solidFill>
                <a:schemeClr val="accent5"/>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a:p>
            <a:pPr marL="568960" lvl="1" indent="-285750">
              <a:lnSpc>
                <a:spcPct val="120000"/>
              </a:lnSpc>
              <a:spcAft>
                <a:spcPts val="300"/>
              </a:spcAft>
              <a:buClr>
                <a:srgbClr val="4472C4"/>
              </a:buClr>
              <a:buFont typeface="Arial" panose="020B0604020202020204" pitchFamily="34"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sym typeface="+mn-ea"/>
              </a:rPr>
              <a:t>xxx</a:t>
            </a:r>
            <a:endParaRPr kumimoji="1" lang="zh-CN" altLang="en-US" sz="1200" b="1" dirty="0">
              <a:solidFill>
                <a:srgbClr val="0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A9DC8C-55D9-4947-8625-034B317C3E90}"/>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11</a:t>
            </a:fld>
            <a:endParaRPr lang="zh-CN" altLang="en-US"/>
          </a:p>
        </p:txBody>
      </p:sp>
      <p:sp>
        <p:nvSpPr>
          <p:cNvPr id="11" name="矩形 10"/>
          <p:cNvSpPr/>
          <p:nvPr/>
        </p:nvSpPr>
        <p:spPr>
          <a:xfrm>
            <a:off x="899160" y="1995170"/>
            <a:ext cx="216000" cy="810895"/>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目标</a:t>
            </a:r>
          </a:p>
        </p:txBody>
      </p:sp>
      <p:cxnSp>
        <p:nvCxnSpPr>
          <p:cNvPr id="16" name="直接连接符 15"/>
          <p:cNvCxnSpPr/>
          <p:nvPr/>
        </p:nvCxnSpPr>
        <p:spPr>
          <a:xfrm>
            <a:off x="1714500" y="1868170"/>
            <a:ext cx="3034665" cy="0"/>
          </a:xfrm>
          <a:prstGeom prst="line">
            <a:avLst/>
          </a:prstGeom>
          <a:ln w="381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ComponentBackground1"/>
          <p:cNvSpPr/>
          <p:nvPr/>
        </p:nvSpPr>
        <p:spPr>
          <a:xfrm rot="10800000">
            <a:off x="581660" y="1868170"/>
            <a:ext cx="5300345" cy="4590415"/>
          </a:xfrm>
          <a:prstGeom prst="roundRect">
            <a:avLst>
              <a:gd name="adj" fmla="val 0"/>
            </a:avLst>
          </a:prstGeom>
          <a:noFill/>
          <a:ln w="6350" cap="flat" cmpd="sng" algn="ctr">
            <a:solidFill>
              <a:schemeClr val="accent5"/>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b="1"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19" name="文本框 18"/>
          <p:cNvSpPr txBox="1"/>
          <p:nvPr>
            <p:custDataLst>
              <p:tags r:id="rId1"/>
            </p:custDataLst>
          </p:nvPr>
        </p:nvSpPr>
        <p:spPr bwMode="auto">
          <a:xfrm>
            <a:off x="1329690" y="152971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lvl="0" algn="ctr" defTabSz="914400">
              <a:spcBef>
                <a:spcPts val="0"/>
              </a:spcBef>
              <a:buClrTx/>
              <a:buSzTx/>
              <a:buFontTx/>
            </a:pPr>
            <a:r>
              <a:rPr lang="zh-CN" altLang="en-US" sz="1600" b="1" dirty="0">
                <a:solidFill>
                  <a:schemeClr val="accent5"/>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en-US" altLang="zh-CN" sz="1600" b="1" dirty="0">
                <a:solidFill>
                  <a:schemeClr val="accent5"/>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1600" b="1" dirty="0">
              <a:gradFill>
                <a:gsLst>
                  <a:gs pos="100000">
                    <a:srgbClr val="4BA0FF">
                      <a:lumMod val="20000"/>
                      <a:lumOff val="80000"/>
                    </a:srgbClr>
                  </a:gs>
                  <a:gs pos="59000">
                    <a:srgbClr val="0064D2"/>
                  </a:gs>
                  <a:gs pos="0">
                    <a:srgbClr val="0064D2"/>
                  </a:gs>
                </a:gsLst>
                <a:lin ang="5400000" scaled="0"/>
              </a:gradFill>
              <a:highlight>
                <a:srgbClr val="000000">
                  <a:alpha val="0"/>
                </a:srgbClr>
              </a:highlight>
              <a:latin typeface="微软雅黑" panose="020B0503020204020204" pitchFamily="34" charset="-122"/>
              <a:ea typeface="微软雅黑" panose="020B0503020204020204" pitchFamily="34" charset="-122"/>
              <a:cs typeface="阿里巴巴普惠体" charset="0"/>
              <a:sym typeface="+mn-ea"/>
            </a:endParaRPr>
          </a:p>
        </p:txBody>
      </p:sp>
      <p:cxnSp>
        <p:nvCxnSpPr>
          <p:cNvPr id="21" name="直接连接符 20"/>
          <p:cNvCxnSpPr/>
          <p:nvPr/>
        </p:nvCxnSpPr>
        <p:spPr>
          <a:xfrm>
            <a:off x="1393825" y="289052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899160" y="3150870"/>
            <a:ext cx="216000" cy="1080000"/>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cxnSp>
        <p:nvCxnSpPr>
          <p:cNvPr id="24" name="直接连接符 23"/>
          <p:cNvCxnSpPr/>
          <p:nvPr/>
        </p:nvCxnSpPr>
        <p:spPr>
          <a:xfrm>
            <a:off x="1393825" y="459994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899160" y="5090160"/>
            <a:ext cx="216000" cy="1080000"/>
          </a:xfrm>
          <a:prstGeom prst="rect">
            <a:avLst/>
          </a:prstGeom>
          <a:gradFill flip="none" rotWithShape="1">
            <a:gsLst>
              <a:gs pos="15000">
                <a:schemeClr val="accent5"/>
              </a:gs>
              <a:gs pos="100000">
                <a:schemeClr val="accent5">
                  <a:alpha val="0"/>
                </a:scheme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sp>
        <p:nvSpPr>
          <p:cNvPr id="28" name="ComponentBackground1"/>
          <p:cNvSpPr/>
          <p:nvPr/>
        </p:nvSpPr>
        <p:spPr>
          <a:xfrm rot="10800000">
            <a:off x="6219190" y="1880870"/>
            <a:ext cx="5299075" cy="1895475"/>
          </a:xfrm>
          <a:prstGeom prst="roundRect">
            <a:avLst>
              <a:gd name="adj" fmla="val 0"/>
            </a:avLst>
          </a:prstGeom>
          <a:noFill/>
          <a:ln w="6350" cap="flat" cmpd="sng" algn="ctr">
            <a:solidFill>
              <a:srgbClr val="C00000"/>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29" name="文本框 28"/>
          <p:cNvSpPr txBox="1"/>
          <p:nvPr>
            <p:custDataLst>
              <p:tags r:id="rId2"/>
            </p:custDataLst>
          </p:nvPr>
        </p:nvSpPr>
        <p:spPr bwMode="auto">
          <a:xfrm>
            <a:off x="6966585" y="152971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marL="283210" lvl="1" indent="0" algn="l" fontAlgn="auto">
              <a:lnSpc>
                <a:spcPct val="100000"/>
              </a:lnSpc>
              <a:spcAft>
                <a:spcPts val="0"/>
              </a:spcAft>
              <a:buClr>
                <a:srgbClr val="4472C4"/>
              </a:buClr>
              <a:buSzTx/>
              <a:buFont typeface="Arial" panose="020B0604020202020204" pitchFamily="34" charset="0"/>
              <a:buNone/>
            </a:pPr>
            <a:r>
              <a:rPr kumimoji="1"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要点</a:t>
            </a:r>
            <a:r>
              <a:rPr kumimoji="1" lang="en-US" altLang="zh-CN"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2</a:t>
            </a:r>
            <a:endParaRPr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974205" y="3343910"/>
            <a:ext cx="4074795" cy="0"/>
          </a:xfrm>
          <a:prstGeom prst="line">
            <a:avLst/>
          </a:prstGeom>
          <a:ln w="19050">
            <a:gradFill>
              <a:gsLst>
                <a:gs pos="100000">
                  <a:srgbClr val="FFFFFF"/>
                </a:gs>
                <a:gs pos="0">
                  <a:srgbClr val="FFFFFF"/>
                </a:gs>
                <a:gs pos="54000">
                  <a:srgbClr val="C00000"/>
                </a:gs>
              </a:gsLst>
              <a:lin ang="0" scaled="0"/>
            </a:gra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6511290" y="1971675"/>
            <a:ext cx="215900" cy="1080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sp>
        <p:nvSpPr>
          <p:cNvPr id="44" name="矩形 43"/>
          <p:cNvSpPr/>
          <p:nvPr/>
        </p:nvSpPr>
        <p:spPr>
          <a:xfrm>
            <a:off x="6511290" y="3260725"/>
            <a:ext cx="215900" cy="508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cxnSp>
        <p:nvCxnSpPr>
          <p:cNvPr id="45" name="直接连接符 44"/>
          <p:cNvCxnSpPr/>
          <p:nvPr/>
        </p:nvCxnSpPr>
        <p:spPr>
          <a:xfrm>
            <a:off x="7351395" y="1874520"/>
            <a:ext cx="3034665" cy="0"/>
          </a:xfrm>
          <a:prstGeom prst="line">
            <a:avLst/>
          </a:prstGeom>
          <a:ln w="38100"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ComponentBackground1"/>
          <p:cNvSpPr/>
          <p:nvPr/>
        </p:nvSpPr>
        <p:spPr>
          <a:xfrm rot="10800000">
            <a:off x="6219190" y="4134485"/>
            <a:ext cx="5299075" cy="2327910"/>
          </a:xfrm>
          <a:prstGeom prst="roundRect">
            <a:avLst>
              <a:gd name="adj" fmla="val 0"/>
            </a:avLst>
          </a:prstGeom>
          <a:noFill/>
          <a:ln w="6350" cap="flat" cmpd="sng" algn="ctr">
            <a:solidFill>
              <a:srgbClr val="C00000"/>
            </a:solidFill>
            <a:prstDash val="solid"/>
            <a:miter lim="800000"/>
          </a:ln>
          <a:effectLst>
            <a:outerShdw blurRad="254000" dist="63500" dir="5400000" sx="80000" sy="80000" algn="t" rotWithShape="0">
              <a:srgbClr val="FFFFFF">
                <a:lumMod val="50000"/>
                <a:alpha val="15000"/>
              </a:srgbClr>
            </a:outerShdw>
          </a:effectLst>
          <a:extLst>
            <a:ext uri="{909E8E84-426E-40DD-AFC4-6F175D3DCCD1}">
              <a14:hiddenFill xmlns:a14="http://schemas.microsoft.com/office/drawing/2010/main">
                <a:solidFill>
                  <a:schemeClr val="accent5">
                    <a:lumMod val="20000"/>
                    <a:lumOff val="80000"/>
                  </a:schemeClr>
                </a:solidFill>
              </a14:hiddenFill>
            </a:ext>
          </a:extLst>
        </p:spPr>
        <p:txBody>
          <a:bodyPr rtlCol="0" anchor="ctr">
            <a:noAutofit/>
          </a:bodyPr>
          <a:lstStyle>
            <a:defPPr>
              <a:defRPr lang="en-US"/>
            </a:defPPr>
            <a:lvl1pPr marL="0" algn="l" defTabSz="914400" rtl="0" eaLnBrk="1" latinLnBrk="0" hangingPunct="1">
              <a:defRPr sz="1800" kern="1200">
                <a:solidFill>
                  <a:srgbClr val="FFFFFF"/>
                </a:solidFill>
                <a:latin typeface="阿里巴巴普惠体" charset="0"/>
                <a:ea typeface="阿里巴巴普惠体" charset="0"/>
                <a:cs typeface="+mn-ea"/>
              </a:defRPr>
            </a:lvl1pPr>
            <a:lvl2pPr marL="457200" algn="l" defTabSz="914400" rtl="0" eaLnBrk="1" latinLnBrk="0" hangingPunct="1">
              <a:defRPr sz="1800" kern="1200">
                <a:solidFill>
                  <a:srgbClr val="FFFFFF"/>
                </a:solidFill>
                <a:latin typeface="阿里巴巴普惠体" charset="0"/>
                <a:ea typeface="阿里巴巴普惠体" charset="0"/>
                <a:cs typeface="+mn-ea"/>
              </a:defRPr>
            </a:lvl2pPr>
            <a:lvl3pPr marL="914400" algn="l" defTabSz="914400" rtl="0" eaLnBrk="1" latinLnBrk="0" hangingPunct="1">
              <a:defRPr sz="1800" kern="1200">
                <a:solidFill>
                  <a:srgbClr val="FFFFFF"/>
                </a:solidFill>
                <a:latin typeface="阿里巴巴普惠体" charset="0"/>
                <a:ea typeface="阿里巴巴普惠体" charset="0"/>
                <a:cs typeface="+mn-ea"/>
              </a:defRPr>
            </a:lvl3pPr>
            <a:lvl4pPr marL="1371600" algn="l" defTabSz="914400" rtl="0" eaLnBrk="1" latinLnBrk="0" hangingPunct="1">
              <a:defRPr sz="1800" kern="1200">
                <a:solidFill>
                  <a:srgbClr val="FFFFFF"/>
                </a:solidFill>
                <a:latin typeface="阿里巴巴普惠体" charset="0"/>
                <a:ea typeface="阿里巴巴普惠体" charset="0"/>
                <a:cs typeface="+mn-ea"/>
              </a:defRPr>
            </a:lvl4pPr>
            <a:lvl5pPr marL="1828800" algn="l" defTabSz="914400" rtl="0" eaLnBrk="1" latinLnBrk="0" hangingPunct="1">
              <a:defRPr sz="1800" kern="1200">
                <a:solidFill>
                  <a:srgbClr val="FFFFFF"/>
                </a:solidFill>
                <a:latin typeface="阿里巴巴普惠体" charset="0"/>
                <a:ea typeface="阿里巴巴普惠体" charset="0"/>
                <a:cs typeface="+mn-ea"/>
              </a:defRPr>
            </a:lvl5pPr>
            <a:lvl6pPr marL="2286000" algn="l" defTabSz="914400" rtl="0" eaLnBrk="1" latinLnBrk="0" hangingPunct="1">
              <a:defRPr sz="1800" kern="1200">
                <a:solidFill>
                  <a:srgbClr val="FFFFFF"/>
                </a:solidFill>
                <a:latin typeface="阿里巴巴普惠体" charset="0"/>
                <a:ea typeface="阿里巴巴普惠体" charset="0"/>
                <a:cs typeface="+mn-ea"/>
              </a:defRPr>
            </a:lvl6pPr>
            <a:lvl7pPr marL="2743200" algn="l" defTabSz="914400" rtl="0" eaLnBrk="1" latinLnBrk="0" hangingPunct="1">
              <a:defRPr sz="1800" kern="1200">
                <a:solidFill>
                  <a:srgbClr val="FFFFFF"/>
                </a:solidFill>
                <a:latin typeface="阿里巴巴普惠体" charset="0"/>
                <a:ea typeface="阿里巴巴普惠体" charset="0"/>
                <a:cs typeface="+mn-ea"/>
              </a:defRPr>
            </a:lvl7pPr>
            <a:lvl8pPr marL="3200400" algn="l" defTabSz="914400" rtl="0" eaLnBrk="1" latinLnBrk="0" hangingPunct="1">
              <a:defRPr sz="1800" kern="1200">
                <a:solidFill>
                  <a:srgbClr val="FFFFFF"/>
                </a:solidFill>
                <a:latin typeface="阿里巴巴普惠体" charset="0"/>
                <a:ea typeface="阿里巴巴普惠体" charset="0"/>
                <a:cs typeface="+mn-ea"/>
              </a:defRPr>
            </a:lvl8pPr>
            <a:lvl9pPr marL="3657600" algn="l" defTabSz="914400" rtl="0" eaLnBrk="1" latinLnBrk="0" hangingPunct="1">
              <a:defRPr sz="1800" kern="1200">
                <a:solidFill>
                  <a:srgbClr val="FFFFFF"/>
                </a:solidFill>
                <a:latin typeface="阿里巴巴普惠体" charset="0"/>
                <a:ea typeface="阿里巴巴普惠体" charset="0"/>
                <a:cs typeface="+mn-ea"/>
              </a:defRPr>
            </a:lvl9pPr>
          </a:lstStyle>
          <a:p>
            <a:pPr lvl="0" algn="ctr">
              <a:buClrTx/>
              <a:buSzTx/>
              <a:buFontTx/>
            </a:pPr>
            <a:endParaRPr lang="en-US" altLang="zh-CN" dirty="0">
              <a:highlight>
                <a:srgbClr val="000000">
                  <a:alpha val="0"/>
                </a:srgbClr>
              </a:highlight>
              <a:latin typeface="思源宋体 CN" panose="02020400000000000000" pitchFamily="18" charset="-122"/>
              <a:ea typeface="思源宋体 CN" panose="02020400000000000000" pitchFamily="18" charset="-122"/>
              <a:cs typeface="阿里巴巴普惠体" charset="0"/>
              <a:sym typeface="思源宋体 CN" panose="02020400000000000000" pitchFamily="18" charset="-122"/>
            </a:endParaRPr>
          </a:p>
        </p:txBody>
      </p:sp>
      <p:sp>
        <p:nvSpPr>
          <p:cNvPr id="52" name="文本框 51"/>
          <p:cNvSpPr txBox="1"/>
          <p:nvPr>
            <p:custDataLst>
              <p:tags r:id="rId3"/>
            </p:custDataLst>
          </p:nvPr>
        </p:nvSpPr>
        <p:spPr bwMode="auto">
          <a:xfrm>
            <a:off x="6966585" y="3773805"/>
            <a:ext cx="3804285" cy="332105"/>
          </a:xfrm>
          <a:prstGeom prst="rect">
            <a:avLst/>
          </a:prstGeom>
          <a:noFill/>
          <a:ln w="9525">
            <a:noFill/>
            <a:miter lim="800000"/>
          </a:ln>
        </p:spPr>
        <p:txBody>
          <a:bodyPr vert="horz" wrap="square" lIns="87155" tIns="43578" rIns="87155" bIns="43578" numCol="1" spcCol="0" rtlCol="0" fromWordArt="0" anchor="t" anchorCtr="0" forceAA="0" compatLnSpc="1">
            <a:spAutoFit/>
          </a:bodyPr>
          <a:lstStyle/>
          <a:p>
            <a:pPr marL="283210" lvl="1" algn="l" fontAlgn="auto">
              <a:lnSpc>
                <a:spcPct val="100000"/>
              </a:lnSpc>
              <a:spcAft>
                <a:spcPts val="0"/>
              </a:spcAft>
              <a:buClr>
                <a:srgbClr val="4472C4"/>
              </a:buClr>
              <a:buSzTx/>
              <a:buFont typeface="Arial" panose="020B0604020202020204" pitchFamily="34" charset="0"/>
              <a:buNone/>
            </a:pPr>
            <a:r>
              <a:rPr kumimoji="1"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要点</a:t>
            </a:r>
            <a:r>
              <a:rPr kumimoji="1" lang="en-US" altLang="zh-CN"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rPr>
              <a:t>3</a:t>
            </a:r>
            <a:endParaRPr kumimoji="1" lang="zh-CN" altLang="en-US" sz="1600" b="1" dirty="0">
              <a:solidFill>
                <a:srgbClr val="C00000"/>
              </a:solidFill>
              <a:highlight>
                <a:srgbClr val="000000">
                  <a:alpha val="0"/>
                </a:srgbClr>
              </a:highlight>
              <a:latin typeface="微软雅黑" panose="020B0503020204020204" pitchFamily="34" charset="-122"/>
              <a:ea typeface="微软雅黑" panose="020B0503020204020204" pitchFamily="34" charset="-122"/>
              <a:sym typeface="+mn-ea"/>
            </a:endParaRPr>
          </a:p>
        </p:txBody>
      </p:sp>
      <p:cxnSp>
        <p:nvCxnSpPr>
          <p:cNvPr id="53" name="直接连接符 52"/>
          <p:cNvCxnSpPr/>
          <p:nvPr/>
        </p:nvCxnSpPr>
        <p:spPr>
          <a:xfrm>
            <a:off x="6974205" y="6021070"/>
            <a:ext cx="4074795" cy="0"/>
          </a:xfrm>
          <a:prstGeom prst="line">
            <a:avLst/>
          </a:prstGeom>
          <a:ln w="19050">
            <a:gradFill>
              <a:gsLst>
                <a:gs pos="100000">
                  <a:srgbClr val="FFFFFF"/>
                </a:gs>
                <a:gs pos="0">
                  <a:srgbClr val="FFFFFF"/>
                </a:gs>
                <a:gs pos="54000">
                  <a:srgbClr val="C00000"/>
                </a:gs>
              </a:gsLst>
              <a:lin ang="0" scaled="0"/>
            </a:gradFill>
          </a:ln>
        </p:spPr>
        <p:style>
          <a:lnRef idx="1">
            <a:schemeClr val="accent1"/>
          </a:lnRef>
          <a:fillRef idx="0">
            <a:schemeClr val="accent1"/>
          </a:fillRef>
          <a:effectRef idx="0">
            <a:schemeClr val="accent1"/>
          </a:effectRef>
          <a:fontRef idx="minor">
            <a:schemeClr val="tx1"/>
          </a:fontRef>
        </p:style>
      </p:cxnSp>
      <p:sp>
        <p:nvSpPr>
          <p:cNvPr id="54" name="矩形 53"/>
          <p:cNvSpPr/>
          <p:nvPr/>
        </p:nvSpPr>
        <p:spPr>
          <a:xfrm>
            <a:off x="6511290" y="5840095"/>
            <a:ext cx="215900" cy="553085"/>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成果</a:t>
            </a:r>
          </a:p>
        </p:txBody>
      </p:sp>
      <p:cxnSp>
        <p:nvCxnSpPr>
          <p:cNvPr id="55" name="直接连接符 54"/>
          <p:cNvCxnSpPr/>
          <p:nvPr/>
        </p:nvCxnSpPr>
        <p:spPr>
          <a:xfrm>
            <a:off x="7351395" y="4131310"/>
            <a:ext cx="3034665" cy="0"/>
          </a:xfrm>
          <a:prstGeom prst="line">
            <a:avLst/>
          </a:prstGeom>
          <a:ln w="38100"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6511290" y="4468495"/>
            <a:ext cx="215900" cy="1080000"/>
          </a:xfrm>
          <a:prstGeom prst="rect">
            <a:avLst/>
          </a:prstGeom>
          <a:gradFill flip="none" rotWithShape="1">
            <a:gsLst>
              <a:gs pos="15000">
                <a:srgbClr val="C00000"/>
              </a:gs>
              <a:gs pos="100000">
                <a:srgbClr val="C00000">
                  <a:alpha val="0"/>
                </a:srgbClr>
              </a:gs>
            </a:gsLst>
            <a:path path="circle">
              <a:fillToRect l="50000" t="50000" r="50000" b="50000"/>
            </a:path>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b="1">
                <a:latin typeface="微软雅黑" panose="020B0503020204020204" pitchFamily="34" charset="-122"/>
                <a:ea typeface="微软雅黑" panose="020B0503020204020204" pitchFamily="34" charset="-122"/>
                <a:sym typeface="宋体" panose="02010600030101010101" pitchFamily="2" charset="-122"/>
              </a:rPr>
              <a:t>要点</a:t>
            </a:r>
          </a:p>
        </p:txBody>
      </p:sp>
      <p:sp>
        <p:nvSpPr>
          <p:cNvPr id="58" name="文本框 57"/>
          <p:cNvSpPr txBox="1"/>
          <p:nvPr/>
        </p:nvSpPr>
        <p:spPr>
          <a:xfrm>
            <a:off x="581659" y="1096010"/>
            <a:ext cx="11352531" cy="381258"/>
          </a:xfrm>
          <a:prstGeom prst="rect">
            <a:avLst/>
          </a:prstGeom>
          <a:noFill/>
        </p:spPr>
        <p:txBody>
          <a:bodyPr wrap="square" rtlCol="0" anchor="t">
            <a:spAutoFit/>
          </a:bodyPr>
          <a:lstStyle/>
          <a:p>
            <a:pPr marL="0" eaLnBrk="1" latinLnBrk="0" hangingPunct="1">
              <a:lnSpc>
                <a:spcPct val="130000"/>
              </a:lnSpc>
              <a:buClrTx/>
              <a:buSzTx/>
              <a:buFontTx/>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形状12324"/>
          <p:cNvSpPr/>
          <p:nvPr/>
        </p:nvSpPr>
        <p:spPr>
          <a:xfrm rot="5400000">
            <a:off x="7394075" y="-203335"/>
            <a:ext cx="2160000" cy="6309995"/>
          </a:xfrm>
          <a:prstGeom prst="rect">
            <a:avLst/>
          </a:prstGeom>
          <a:solidFill>
            <a:srgbClr val="FFFFFF"/>
          </a:solidFill>
          <a:ln w="12700" cap="flat" cmpd="sng" algn="ctr">
            <a:noFill/>
            <a:prstDash val="solid"/>
            <a:miter lim="800000"/>
          </a:ln>
          <a:effectLst>
            <a:outerShdw blurRad="381000" sx="102000" sy="102000" algn="ctr" rotWithShape="0">
              <a:prstClr val="black">
                <a:alpha val="7000"/>
              </a:prstClr>
            </a:outerShdw>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4" name="形状1231"/>
          <p:cNvSpPr/>
          <p:nvPr/>
        </p:nvSpPr>
        <p:spPr>
          <a:xfrm>
            <a:off x="5319078" y="4347845"/>
            <a:ext cx="6288405" cy="2160000"/>
          </a:xfrm>
          <a:prstGeom prst="roundRect">
            <a:avLst>
              <a:gd name="adj" fmla="val 399"/>
            </a:avLst>
          </a:prstGeom>
          <a:solidFill>
            <a:srgbClr val="3098FF">
              <a:lumMod val="20000"/>
              <a:lumOff val="80000"/>
              <a:alpha val="15079"/>
            </a:srgbClr>
          </a:solidFill>
          <a:ln w="19050" cap="flat" cmpd="sng" algn="ctr">
            <a:solidFill>
              <a:srgbClr val="003598"/>
            </a:solidFill>
            <a:prstDash val="solid"/>
            <a:miter lim="800000"/>
          </a:ln>
          <a:effectLst/>
        </p:spPr>
        <p:txBody>
          <a:bodyPr rtlCol="0" anchor="ctr"/>
          <a:lstStyle/>
          <a:p>
            <a:pPr algn="ctr"/>
            <a:endParaRPr lang="en-US" dirty="0">
              <a:latin typeface="阿里巴巴普惠体 3.0 65 Medium" panose="00020600040101010101" pitchFamily="18" charset="-122"/>
              <a:ea typeface="阿里巴巴普惠体 3 65 Medium" panose="00020600040101010101" pitchFamily="18" charset="-122"/>
              <a:cs typeface="阿里巴巴普惠体 3 65 Medium" panose="00020600040101010101" pitchFamily="18" charset="-122"/>
              <a:sym typeface="Arial" panose="020B0604020202020204" pitchFamily="34" charset="0"/>
            </a:endParaRPr>
          </a:p>
        </p:txBody>
      </p:sp>
      <p:sp>
        <p:nvSpPr>
          <p:cNvPr id="16" name="文本框 15"/>
          <p:cNvSpPr txBox="1"/>
          <p:nvPr/>
        </p:nvSpPr>
        <p:spPr>
          <a:xfrm>
            <a:off x="5360035" y="4457065"/>
            <a:ext cx="6163945" cy="1443355"/>
          </a:xfrm>
          <a:prstGeom prst="rect">
            <a:avLst/>
          </a:prstGeom>
          <a:noFill/>
          <a:ln w="9525">
            <a:noFill/>
            <a:miter lim="800000"/>
          </a:ln>
        </p:spPr>
        <p:txBody>
          <a:bodyPr vert="horz" wrap="square" lIns="87155" tIns="43578" rIns="87155" bIns="43578" numCol="1" anchor="t" anchorCtr="0" compatLnSpc="1">
            <a:noAutofit/>
          </a:bodyPr>
          <a:lstStyle/>
          <a:p>
            <a:pPr marL="285750" lvl="1" indent="-285750" algn="l" fontAlgn="auto">
              <a:lnSpc>
                <a:spcPct val="120000"/>
              </a:lnSpc>
              <a:spcBef>
                <a:spcPts val="0"/>
              </a:spcBef>
              <a:spcAft>
                <a:spcPts val="300"/>
              </a:spcAft>
              <a:buClr>
                <a:srgbClr val="003598"/>
              </a:buClr>
              <a:buSzTx/>
              <a:buFont typeface="Wingdings" panose="05000000000000000000" charset="0"/>
              <a:buChar char="n"/>
            </a:pPr>
            <a:endPar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5360035" y="1988820"/>
            <a:ext cx="6052820" cy="1989455"/>
          </a:xfrm>
          <a:prstGeom prst="rect">
            <a:avLst/>
          </a:prstGeom>
          <a:noFill/>
        </p:spPr>
        <p:txBody>
          <a:bodyPr wrap="square" rtlCol="0" anchor="t">
            <a:noAutofit/>
          </a:bodyPr>
          <a:lstStyle/>
          <a:p>
            <a:pPr marL="285750" indent="-285750" algn="l" fontAlgn="auto">
              <a:lnSpc>
                <a:spcPct val="120000"/>
              </a:lnSpc>
              <a:spcBef>
                <a:spcPts val="0"/>
              </a:spcBef>
              <a:spcAft>
                <a:spcPts val="300"/>
              </a:spcAft>
              <a:buClr>
                <a:srgbClr val="003598"/>
              </a:buClr>
              <a:buSzTx/>
              <a:buFont typeface="Wingdings" panose="05000000000000000000" charset="0"/>
              <a:buChar char="n"/>
            </a:pPr>
            <a:endParaRPr lang="zh-CN" altLang="en-US" sz="12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9" name="矩形 18"/>
          <p:cNvSpPr/>
          <p:nvPr/>
        </p:nvSpPr>
        <p:spPr>
          <a:xfrm>
            <a:off x="7455535" y="4167505"/>
            <a:ext cx="2160000" cy="360000"/>
          </a:xfrm>
          <a:prstGeom prst="rect">
            <a:avLst/>
          </a:prstGeom>
          <a:solidFill>
            <a:srgbClr val="003598"/>
          </a:soli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marL="0" lvl="1" algn="ctr" defTabSz="179705">
              <a:spcBef>
                <a:spcPts val="0"/>
              </a:spcBef>
              <a:spcAft>
                <a:spcPts val="0"/>
              </a:spcAft>
              <a:buClr>
                <a:srgbClr val="C00000"/>
              </a:buClr>
              <a:buSzTx/>
              <a:buFont typeface="Wingdings" panose="05000000000000000000" charset="0"/>
            </a:pPr>
            <a:r>
              <a:rPr kumimoji="1" lang="zh-CN" altLang="en-US" sz="1600" b="1" dirty="0">
                <a:latin typeface="微软雅黑" panose="020B0503020204020204" pitchFamily="34" charset="-122"/>
                <a:ea typeface="微软雅黑" panose="020B0503020204020204" pitchFamily="34" charset="-122"/>
                <a:sym typeface="Arial" panose="020B0604020202020204" pitchFamily="34" charset="0"/>
              </a:rPr>
              <a:t>要点</a:t>
            </a:r>
            <a:r>
              <a:rPr kumimoji="1" lang="en-US" altLang="zh-CN" sz="1600" b="1" dirty="0">
                <a:latin typeface="微软雅黑" panose="020B0503020204020204" pitchFamily="34" charset="-122"/>
                <a:ea typeface="微软雅黑" panose="020B0503020204020204" pitchFamily="34" charset="-122"/>
                <a:sym typeface="Arial" panose="020B0604020202020204" pitchFamily="34" charset="0"/>
              </a:rPr>
              <a:t>3</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4" name="矩形 3"/>
          <p:cNvSpPr/>
          <p:nvPr/>
        </p:nvSpPr>
        <p:spPr>
          <a:xfrm rot="16200000">
            <a:off x="471805" y="1906905"/>
            <a:ext cx="4636135" cy="4565650"/>
          </a:xfrm>
          <a:prstGeom prst="rect">
            <a:avLst/>
          </a:prstGeom>
          <a:gradFill flip="none" rotWithShape="1">
            <a:gsLst>
              <a:gs pos="0">
                <a:srgbClr val="3045A6">
                  <a:alpha val="0"/>
                </a:srgbClr>
              </a:gs>
              <a:gs pos="100000">
                <a:srgbClr val="3045A6">
                  <a:alpha val="15000"/>
                </a:srgbClr>
              </a:gs>
            </a:gsLst>
            <a:lin ang="0" scaled="0"/>
            <a:tileRect/>
          </a:gradFill>
          <a:ln>
            <a:noFill/>
          </a:ln>
        </p:spPr>
        <p:style>
          <a:lnRef idx="2">
            <a:srgbClr val="3045A6">
              <a:shade val="15000"/>
            </a:srgbClr>
          </a:lnRef>
          <a:fillRef idx="1">
            <a:srgbClr val="3045A6"/>
          </a:fillRef>
          <a:effectRef idx="0">
            <a:srgbClr val="3045A6"/>
          </a:effectRef>
          <a:fontRef idx="minor">
            <a:srgbClr val="FFFFFF"/>
          </a:fontRef>
        </p:style>
        <p:txBody>
          <a:bodyPr vertOverflow="overflow" horzOverflow="overflow" vert="horz" wrap="square" numCol="1" spcCol="0" rtlCol="0" fromWordArt="0" anchor="ctr" anchorCtr="0" forceAA="0" compatLnSpc="1">
            <a:noAutofit/>
          </a:bodyPr>
          <a:lstStyle/>
          <a:p>
            <a:pPr lvl="1" algn="l"/>
            <a:endParaRPr>
              <a:sym typeface="+mn-ea"/>
            </a:endParaRPr>
          </a:p>
        </p:txBody>
      </p:sp>
      <p:sp>
        <p:nvSpPr>
          <p:cNvPr id="7" name="文本框 6"/>
          <p:cNvSpPr txBox="1"/>
          <p:nvPr/>
        </p:nvSpPr>
        <p:spPr>
          <a:xfrm>
            <a:off x="730568" y="2146935"/>
            <a:ext cx="401891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分项</a:t>
            </a:r>
            <a:r>
              <a:rPr lang="en-US" altLang="zh-CN" sz="1600" b="1" dirty="0">
                <a:solidFill>
                  <a:srgbClr val="3045A6"/>
                </a:solidFill>
                <a:latin typeface="微软雅黑" panose="020B0503020204020204" pitchFamily="34" charset="-122"/>
                <a:ea typeface="微软雅黑" panose="020B0503020204020204" pitchFamily="34" charset="-122"/>
                <a:sym typeface="+mn-ea"/>
              </a:rPr>
              <a:t>1</a:t>
            </a:r>
            <a:endParaRPr lang="zh-CN" altLang="en-US" sz="1600" b="1" dirty="0">
              <a:solidFill>
                <a:srgbClr val="3045A6"/>
              </a:solidFill>
              <a:latin typeface="微软雅黑" panose="020B0503020204020204" pitchFamily="34" charset="-122"/>
              <a:ea typeface="微软雅黑" panose="020B0503020204020204" pitchFamily="34" charset="-122"/>
              <a:sym typeface="+mn-ea"/>
            </a:endParaRPr>
          </a:p>
        </p:txBody>
      </p:sp>
      <p:cxnSp>
        <p:nvCxnSpPr>
          <p:cNvPr id="8" name="直接连接符 7"/>
          <p:cNvCxnSpPr/>
          <p:nvPr/>
        </p:nvCxnSpPr>
        <p:spPr>
          <a:xfrm>
            <a:off x="902018" y="2544445"/>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30568" y="5088890"/>
            <a:ext cx="4018915" cy="337185"/>
          </a:xfrm>
          <a:prstGeom prst="rect">
            <a:avLst/>
          </a:prstGeom>
          <a:noFill/>
        </p:spPr>
        <p:txBody>
          <a:bodyPr wrap="square" rtlCol="0" anchor="t">
            <a:spAutoFit/>
          </a:bodyPr>
          <a:lstStyle/>
          <a:p>
            <a:pPr marL="0" lvl="1" algn="ctr" defTabSz="179705">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分项</a:t>
            </a:r>
            <a:r>
              <a:rPr lang="en-US" altLang="zh-CN" sz="1600" b="1" dirty="0">
                <a:solidFill>
                  <a:srgbClr val="3045A6"/>
                </a:solidFill>
                <a:latin typeface="微软雅黑" panose="020B0503020204020204" pitchFamily="34" charset="-122"/>
                <a:ea typeface="微软雅黑" panose="020B0503020204020204" pitchFamily="34" charset="-122"/>
                <a:sym typeface="+mn-ea"/>
              </a:rPr>
              <a:t>2</a:t>
            </a:r>
            <a:endParaRPr lang="zh-CN" altLang="en-US" sz="1600" b="1" dirty="0">
              <a:solidFill>
                <a:srgbClr val="3045A6"/>
              </a:solidFill>
              <a:latin typeface="微软雅黑" panose="020B0503020204020204" pitchFamily="34" charset="-122"/>
              <a:ea typeface="微软雅黑" panose="020B0503020204020204" pitchFamily="34" charset="-122"/>
              <a:sym typeface="+mn-ea"/>
            </a:endParaRPr>
          </a:p>
        </p:txBody>
      </p:sp>
      <p:cxnSp>
        <p:nvCxnSpPr>
          <p:cNvPr id="15" name="直接连接符 14"/>
          <p:cNvCxnSpPr/>
          <p:nvPr/>
        </p:nvCxnSpPr>
        <p:spPr>
          <a:xfrm>
            <a:off x="902018" y="5486400"/>
            <a:ext cx="3676015" cy="0"/>
          </a:xfrm>
          <a:prstGeom prst="line">
            <a:avLst/>
          </a:prstGeom>
          <a:ln w="19050">
            <a:gradFill>
              <a:gsLst>
                <a:gs pos="100000">
                  <a:srgbClr val="FFFFFF"/>
                </a:gs>
                <a:gs pos="0">
                  <a:srgbClr val="FFFFFF"/>
                </a:gs>
                <a:gs pos="54000">
                  <a:srgbClr val="003598"/>
                </a:gs>
              </a:gsLst>
              <a:lin ang="0" scaled="0"/>
            </a:gra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081405" y="1978025"/>
            <a:ext cx="3471545" cy="363220"/>
          </a:xfrm>
          <a:prstGeom prst="rect">
            <a:avLst/>
          </a:prstGeom>
          <a:noFill/>
        </p:spPr>
        <p:txBody>
          <a:bodyPr rot="0" spcFirstLastPara="0" vert="horz" wrap="square" lIns="91440" tIns="45720" rIns="91440" bIns="45720" numCol="1" spcCol="0" rtlCol="0" anchor="t">
            <a:noAutofit/>
          </a:bodyPr>
          <a:lstStyle/>
          <a:p>
            <a:pPr lvl="0" algn="ctr"/>
            <a:endParaRPr sz="1600" b="1">
              <a:solidFill>
                <a:schemeClr val="accent5"/>
              </a:solidFill>
              <a:latin typeface="微软雅黑" panose="020B0503020204020204" pitchFamily="34" charset="-122"/>
              <a:ea typeface="微软雅黑" panose="020B0503020204020204" pitchFamily="34" charset="-122"/>
              <a:sym typeface="+mn-ea"/>
            </a:endParaRPr>
          </a:p>
        </p:txBody>
      </p:sp>
      <p:sp>
        <p:nvSpPr>
          <p:cNvPr id="9" name="矩形 8"/>
          <p:cNvSpPr/>
          <p:nvPr/>
        </p:nvSpPr>
        <p:spPr>
          <a:xfrm>
            <a:off x="1659890" y="1718310"/>
            <a:ext cx="2160270" cy="360045"/>
          </a:xfrm>
          <a:prstGeom prst="rect">
            <a:avLst/>
          </a:prstGeom>
          <a:solidFill>
            <a:schemeClr val="bg1"/>
          </a:solidFill>
          <a:ln>
            <a:solidFill>
              <a:srgbClr val="003598"/>
            </a:solidFill>
          </a:ln>
        </p:spPr>
        <p:txBody>
          <a:bodyPr wrap="square" rtlCol="0" anchor="ctr" anchorCtr="0">
            <a:noAutofit/>
          </a:bodyPr>
          <a:lstStyle/>
          <a:p>
            <a:pPr marL="0" lvl="1" indent="0" algn="ctr" defTabSz="179705" fontAlgn="auto">
              <a:lnSpc>
                <a:spcPct val="100000"/>
              </a:lnSpc>
              <a:spcBef>
                <a:spcPts val="0"/>
              </a:spcBef>
              <a:spcAft>
                <a:spcPts val="0"/>
              </a:spcAft>
              <a:buClr>
                <a:srgbClr val="C00000"/>
              </a:buClr>
              <a:buSzTx/>
              <a:buFont typeface="Wingdings" panose="05000000000000000000" charset="0"/>
              <a:buNone/>
            </a:pPr>
            <a:r>
              <a:rPr lang="zh-CN" altLang="en-US" sz="1600" b="1" dirty="0">
                <a:solidFill>
                  <a:srgbClr val="3045A6"/>
                </a:solidFill>
                <a:latin typeface="微软雅黑" panose="020B0503020204020204" pitchFamily="34" charset="-122"/>
                <a:ea typeface="微软雅黑" panose="020B0503020204020204" pitchFamily="34" charset="-122"/>
                <a:sym typeface="+mn-ea"/>
              </a:rPr>
              <a:t>要点</a:t>
            </a:r>
            <a:r>
              <a:rPr lang="en-US" altLang="zh-CN" sz="1600" b="1" dirty="0">
                <a:solidFill>
                  <a:srgbClr val="3045A6"/>
                </a:solidFill>
                <a:latin typeface="微软雅黑" panose="020B0503020204020204" pitchFamily="34" charset="-122"/>
                <a:ea typeface="微软雅黑" panose="020B0503020204020204" pitchFamily="34" charset="-122"/>
                <a:sym typeface="+mn-ea"/>
              </a:rPr>
              <a:t>1</a:t>
            </a:r>
            <a:endParaRPr lang="zh-CN" altLang="en-US" sz="1600" b="1" dirty="0">
              <a:solidFill>
                <a:srgbClr val="3045A6"/>
              </a:solidFill>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7455535" y="1718310"/>
            <a:ext cx="2160270" cy="438785"/>
          </a:xfrm>
          <a:prstGeom prst="rect">
            <a:avLst/>
          </a:prstGeom>
          <a:solidFill>
            <a:schemeClr val="bg1"/>
          </a:solidFill>
          <a:ln w="9525">
            <a:noFill/>
            <a:miter lim="800000"/>
          </a:ln>
        </p:spPr>
        <p:txBody>
          <a:bodyPr vert="horz" wrap="square" lIns="87155" tIns="43578" rIns="87155" bIns="43578" numCol="1" anchor="ctr" anchorCtr="0" compatLnSpc="1">
            <a:noAutofit/>
          </a:bodyPr>
          <a:lstStyle/>
          <a:p>
            <a:pPr marL="0" lvl="1" algn="ctr" defTabSz="179705" eaLnBrk="1" latinLnBrk="0" hangingPunct="1">
              <a:lnSpc>
                <a:spcPct val="100000"/>
              </a:lnSpc>
              <a:spcBef>
                <a:spcPts val="0"/>
              </a:spcBef>
              <a:spcAft>
                <a:spcPts val="0"/>
              </a:spcAft>
              <a:buClr>
                <a:srgbClr val="C00000"/>
              </a:buClr>
              <a:buSzTx/>
              <a:buFont typeface="Wingdings" panose="05000000000000000000" charset="0"/>
            </a:pPr>
            <a:r>
              <a:rPr lang="zh-CN" altLang="en-US" sz="1600" b="1" dirty="0">
                <a:solidFill>
                  <a:srgbClr val="3045A6"/>
                </a:solidFill>
                <a:latin typeface="微软雅黑" panose="020B0503020204020204" pitchFamily="34" charset="-122"/>
                <a:ea typeface="微软雅黑" panose="020B0503020204020204" pitchFamily="34" charset="-122"/>
                <a:sym typeface="+mn-ea"/>
              </a:rPr>
              <a:t>要点</a:t>
            </a:r>
            <a:r>
              <a:rPr lang="en-US" altLang="zh-CN" sz="1600" b="1" dirty="0">
                <a:solidFill>
                  <a:srgbClr val="3045A6"/>
                </a:solidFill>
                <a:latin typeface="微软雅黑" panose="020B0503020204020204" pitchFamily="34" charset="-122"/>
                <a:ea typeface="微软雅黑" panose="020B0503020204020204" pitchFamily="34" charset="-122"/>
                <a:sym typeface="+mn-ea"/>
              </a:rPr>
              <a:t>2</a:t>
            </a:r>
            <a:endParaRPr lang="zh-CN" altLang="en-US" sz="1600" b="1" dirty="0">
              <a:solidFill>
                <a:srgbClr val="3045A6"/>
              </a:solidFill>
              <a:latin typeface="微软雅黑" panose="020B0503020204020204" pitchFamily="34" charset="-122"/>
              <a:ea typeface="微软雅黑" panose="020B0503020204020204" pitchFamily="34" charset="-122"/>
              <a:sym typeface="+mn-ea"/>
            </a:endParaRPr>
          </a:p>
        </p:txBody>
      </p:sp>
      <p:sp>
        <p:nvSpPr>
          <p:cNvPr id="29" name="文本框 28"/>
          <p:cNvSpPr txBox="1"/>
          <p:nvPr/>
        </p:nvSpPr>
        <p:spPr>
          <a:xfrm>
            <a:off x="548640" y="1155065"/>
            <a:ext cx="11258550" cy="381258"/>
          </a:xfrm>
          <a:prstGeom prst="rect">
            <a:avLst/>
          </a:prstGeom>
          <a:noFill/>
        </p:spPr>
        <p:txBody>
          <a:bodyPr wrap="square" rtlCol="0" anchor="t">
            <a:spAutoFit/>
          </a:bodyPr>
          <a:lstStyle/>
          <a:p>
            <a:pPr marL="0" lvl="1" defTabSz="1726565" eaLnBrk="0" hangingPunct="0">
              <a:lnSpc>
                <a:spcPct val="130000"/>
              </a:lnSpc>
              <a:buClr>
                <a:srgbClr val="2E75B6"/>
              </a:buClr>
              <a:defRPr/>
            </a:pP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一句话重点概括</a:t>
            </a:r>
            <a:endParaRPr lang="zh-CN" altLang="zh-CN"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标题 1">
            <a:extLst>
              <a:ext uri="{FF2B5EF4-FFF2-40B4-BE49-F238E27FC236}">
                <a16:creationId xmlns:a16="http://schemas.microsoft.com/office/drawing/2014/main" id="{4211DE3D-B38C-41A8-BDC7-F132745DD5FE}"/>
              </a:ext>
            </a:extLst>
          </p:cNvPr>
          <p:cNvSpPr>
            <a:spLocks noGrp="1"/>
          </p:cNvSpPr>
          <p:nvPr>
            <p:ph type="title"/>
          </p:nvPr>
        </p:nvSpPr>
        <p:spPr/>
        <p:txBody>
          <a:bodyPr/>
          <a:lstStyle/>
          <a:p>
            <a:r>
              <a:rPr lang="zh-CN" altLang="en-US" dirty="0"/>
              <a:t>标题</a:t>
            </a:r>
          </a:p>
        </p:txBody>
      </p:sp>
      <p:sp>
        <p:nvSpPr>
          <p:cNvPr id="22" name="灯片编号占位符 1"/>
          <p:cNvSpPr>
            <a:spLocks noGrp="1"/>
          </p:cNvSpPr>
          <p:nvPr>
            <p:ph type="sldNum" sz="quarter" idx="4294967295"/>
          </p:nvPr>
        </p:nvSpPr>
        <p:spPr>
          <a:xfrm>
            <a:off x="11642725" y="6356350"/>
            <a:ext cx="549275" cy="365125"/>
          </a:xfrm>
        </p:spPr>
        <p:txBody>
          <a:bodyPr/>
          <a:lstStyle/>
          <a:p>
            <a:fld id="{4BB0BAF1-760C-4CDB-8C0F-23F30F0C01AE}" type="slidenum">
              <a:rPr lang="zh-CN" altLang="en-US" smtClean="0"/>
              <a:t>12</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2463165"/>
            <a:ext cx="12192635" cy="1459695"/>
          </a:xfrm>
          <a:prstGeom prst="rect">
            <a:avLst/>
          </a:prstGeom>
          <a:noFill/>
          <a:effectLst>
            <a:reflection blurRad="368300" stA="22000" endA="300" endPos="35000" dist="88900" dir="5400000" sy="-100000" algn="bl" rotWithShape="0"/>
            <a:softEdge rad="31750"/>
          </a:effectLst>
        </p:spPr>
        <p:txBody>
          <a:bodyPr wrap="square" rtlCol="0" anchor="t">
            <a:spAutoFit/>
          </a:bodyPr>
          <a:lstStyle/>
          <a:p>
            <a:pPr algn="ctr">
              <a:lnSpc>
                <a:spcPct val="170000"/>
              </a:lnSpc>
            </a:pPr>
            <a:endParaRPr lang="zh-CN" altLang="en-US" sz="2800" b="1" dirty="0">
              <a:solidFill>
                <a:schemeClr val="accent5"/>
              </a:solidFill>
              <a:latin typeface="微软雅黑" panose="020B0503020204020204" pitchFamily="34" charset="-122"/>
              <a:ea typeface="微软雅黑" panose="020B0503020204020204" pitchFamily="34" charset="-122"/>
            </a:endParaRPr>
          </a:p>
          <a:p>
            <a:pPr algn="ctr">
              <a:lnSpc>
                <a:spcPct val="170000"/>
              </a:lnSpc>
            </a:pPr>
            <a:r>
              <a:rPr lang="zh-CN" altLang="en-US" sz="2800" b="1" dirty="0">
                <a:solidFill>
                  <a:schemeClr val="accent5"/>
                </a:solidFill>
                <a:latin typeface="微软雅黑" panose="020B0503020204020204" pitchFamily="34" charset="-122"/>
                <a:ea typeface="微软雅黑" panose="020B0503020204020204" pitchFamily="34" charset="-122"/>
              </a:rPr>
              <a:t>结束语</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74*225"/>
  <p:tag name="TABLE_ENDDRAG_RECT" val="39*281*874*22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18*352"/>
  <p:tag name="TABLE_ENDDRAG_RECT" val="15*144*918*353"/>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0*318"/>
  <p:tag name="TABLE_ENDDRAG_RECT" val="35*155*890*318"/>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45*317"/>
  <p:tag name="TABLE_ENDDRAG_RECT" val="52*199*845*31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7.2,&quot;left&quot;:37.35,&quot;top&quot;:249.2,&quot;width&quot;:914.4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rtlCol="0">
        <a:noAutofit/>
      </a:bodyPr>
      <a:lstStyle>
        <a:defPPr marL="285750" lvl="1" indent="-285750" algn="l" defTabSz="179705" fontAlgn="auto">
          <a:lnSpc>
            <a:spcPct val="200000"/>
          </a:lnSpc>
          <a:spcBef>
            <a:spcPts val="0"/>
          </a:spcBef>
          <a:spcAft>
            <a:spcPts val="300"/>
          </a:spcAft>
          <a:buClr>
            <a:srgbClr val="C00000"/>
          </a:buClr>
          <a:buSzTx/>
          <a:buFont typeface="Wingdings" panose="05000000000000000000" charset="0"/>
          <a:buChar char="p"/>
          <a:defRPr lang="zh-CN" altLang="en-US" sz="1400" dirty="0">
            <a:latin typeface="微软雅黑" panose="020B0503020204020204" pitchFamily="34" charset="-122"/>
            <a:ea typeface="微软雅黑" panose="020B0503020204020204" pitchFamily="34"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251</Words>
  <Application>Microsoft Office PowerPoint</Application>
  <PresentationFormat>宽屏</PresentationFormat>
  <Paragraphs>113</Paragraphs>
  <Slides>14</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Source Han Sans CN Light</vt:lpstr>
      <vt:lpstr>阿里巴巴普惠体 3.0 65 Medium</vt:lpstr>
      <vt:lpstr>思源黑体</vt:lpstr>
      <vt:lpstr>思源黑体 CN Medium</vt:lpstr>
      <vt:lpstr>思源宋体 CN</vt:lpstr>
      <vt:lpstr>微软雅黑</vt:lpstr>
      <vt:lpstr>Arial</vt:lpstr>
      <vt:lpstr>Calibri</vt:lpstr>
      <vt:lpstr>Calibri Light</vt:lpstr>
      <vt:lpstr>Wingdings</vt:lpstr>
      <vt:lpstr>Office 主题</vt:lpstr>
      <vt:lpstr>标题</vt:lpstr>
      <vt:lpstr>目录</vt:lpstr>
      <vt:lpstr>标题</vt:lpstr>
      <vt:lpstr>标题</vt:lpstr>
      <vt:lpstr>标题</vt:lpstr>
      <vt:lpstr>标题</vt:lpstr>
      <vt:lpstr>标题</vt:lpstr>
      <vt:lpstr>标题</vt:lpstr>
      <vt:lpstr>目录</vt:lpstr>
      <vt:lpstr>标题</vt:lpstr>
      <vt:lpstr>标题</vt:lpstr>
      <vt:lpstr>标题</vt:lpstr>
      <vt:lpstr>标题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2026年2月总师工作情况汇报</dc:title>
  <dc:creator>王静</dc:creator>
  <cp:lastModifiedBy>Andy</cp:lastModifiedBy>
  <cp:revision>15133</cp:revision>
  <cp:lastPrinted>2026-03-09T16:17:00Z</cp:lastPrinted>
  <dcterms:created xsi:type="dcterms:W3CDTF">2026-03-09T22:22:00Z</dcterms:created>
  <dcterms:modified xsi:type="dcterms:W3CDTF">2026-09-11T05:31:12Z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2A388EF83FDF49EDA669B924578A81C8_13</vt:lpwstr>
  </property>
  <property fmtid="{D5CDD505-2E9C-101B-9397-08002B2CF9AE}" pid="3" name="KSOProductBuildVer">
    <vt:lpwstr>2052-12.1.0.24657</vt:lpwstr>
  </property>
</Properties>
</file>